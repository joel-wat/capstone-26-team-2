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5"/>
  </p:notesMasterIdLst>
  <p:sldIdLst>
    <p:sldId id="256" r:id="rId5"/>
    <p:sldId id="257" r:id="rId6"/>
    <p:sldId id="265" r:id="rId7"/>
    <p:sldId id="266" r:id="rId8"/>
    <p:sldId id="274" r:id="rId9"/>
    <p:sldId id="267" r:id="rId10"/>
    <p:sldId id="268" r:id="rId11"/>
    <p:sldId id="269" r:id="rId12"/>
    <p:sldId id="270" r:id="rId13"/>
    <p:sldId id="271"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101" dt="2026-09-11T05:21:39.507"/>
    <p1510:client id="{51302BA6-719D-3A13-B0E3-F8C4C9B11380}" v="2" dt="2026-09-11T05:43:40.929"/>
    <p1510:client id="{7652B0AC-4970-875B-19D0-39D22AA625CF}" v="558" dt="2026-09-11T04:55:45.694"/>
    <p1510:client id="{ADDE03CD-E62E-4721-BA96-3308E6DE7575}" v="2" dt="2026-09-11T05:46:02.902"/>
    <p1510:client id="{CBFC069C-296A-F1C8-FA44-60BE7351C4A8}" v="1858" dt="2026-09-11T00:39:43.022"/>
    <p1510:client id="{CF82925E-D2BF-710E-E05D-1F8F3F11CE84}" v="1061" dt="2026-09-10T13:46:13.567"/>
    <p1510:client id="{FD8C1122-86B9-908E-C2F4-28F626ABBC4B}" v="285" dt="2026-09-10T15:40:49.27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A3F026-0E9C-4238-8B4F-CA96FB6B37FC}" type="datetimeFigureOut">
              <a:rPr lang="en-AU" smtClean="0"/>
              <a:t>12/09/2026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F71DC57-F7CB-40CA-8195-61F0022C49E2}" type="slidenum">
              <a:rPr lang="en-AU" smtClean="0"/>
              <a:t>‹#›</a:t>
            </a:fld>
            <a:endParaRPr lang="en-AU"/>
          </a:p>
        </p:txBody>
      </p:sp>
    </p:spTree>
    <p:extLst>
      <p:ext uri="{BB962C8B-B14F-4D97-AF65-F5344CB8AC3E}">
        <p14:creationId xmlns:p14="http://schemas.microsoft.com/office/powerpoint/2010/main" val="36569436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t>Points to cover - </a:t>
            </a:r>
          </a:p>
          <a:p>
            <a:r>
              <a:rPr lang="en-AU"/>
              <a:t>Client is Clint Watson from Australian Grand Prix. Requirements management platform hosted on monday.com</a:t>
            </a:r>
          </a:p>
          <a:p>
            <a:r>
              <a:rPr lang="en-AU"/>
              <a:t>Current state is a Jumble of data from in a disorganized spreadsheet style that’s messy hard for engineers to track what's needed</a:t>
            </a:r>
          </a:p>
          <a:p>
            <a:r>
              <a:rPr lang="en-AU"/>
              <a:t>Additionally</a:t>
            </a:r>
          </a:p>
          <a:p>
            <a:r>
              <a:rPr lang="en-AU"/>
              <a:t>Pain points - </a:t>
            </a:r>
          </a:p>
          <a:p>
            <a:r>
              <a:rPr lang="en-AU"/>
              <a:t>Unguided experience, difficult to fill in – poor quality data due to no field validation, etc</a:t>
            </a:r>
            <a:endParaRPr lang="en-US"/>
          </a:p>
          <a:p>
            <a:endParaRPr lang="en-AU"/>
          </a:p>
        </p:txBody>
      </p:sp>
      <p:sp>
        <p:nvSpPr>
          <p:cNvPr id="4" name="Slide Number Placeholder 3"/>
          <p:cNvSpPr>
            <a:spLocks noGrp="1"/>
          </p:cNvSpPr>
          <p:nvPr>
            <p:ph type="sldNum" sz="quarter" idx="5"/>
          </p:nvPr>
        </p:nvSpPr>
        <p:spPr/>
        <p:txBody>
          <a:bodyPr/>
          <a:lstStyle/>
          <a:p>
            <a:fld id="{0F71DC57-F7CB-40CA-8195-61F0022C49E2}" type="slidenum">
              <a:rPr lang="en-AU" smtClean="0"/>
              <a:t>2</a:t>
            </a:fld>
            <a:endParaRPr lang="en-AU"/>
          </a:p>
        </p:txBody>
      </p:sp>
    </p:spTree>
    <p:extLst>
      <p:ext uri="{BB962C8B-B14F-4D97-AF65-F5344CB8AC3E}">
        <p14:creationId xmlns:p14="http://schemas.microsoft.com/office/powerpoint/2010/main" val="19741520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Broken down into stages:</a:t>
            </a:r>
          </a:p>
          <a:p>
            <a:endParaRPr lang="en-US">
              <a:latin typeface="Calibri"/>
              <a:ea typeface="Calibri"/>
              <a:cs typeface="Calibri"/>
            </a:endParaRPr>
          </a:p>
          <a:p>
            <a:r>
              <a:rPr lang="en-US">
                <a:latin typeface="Calibri"/>
                <a:ea typeface="Calibri"/>
                <a:cs typeface="Calibri"/>
              </a:rPr>
              <a:t>First, understand existing workflow...</a:t>
            </a:r>
          </a:p>
          <a:p>
            <a:endParaRPr lang="en-US">
              <a:latin typeface="Calibri"/>
              <a:ea typeface="Calibri"/>
              <a:cs typeface="Calibri"/>
            </a:endParaRPr>
          </a:p>
          <a:p>
            <a:r>
              <a:rPr lang="en-US">
                <a:latin typeface="Calibri"/>
                <a:ea typeface="Calibri"/>
                <a:cs typeface="Calibri"/>
              </a:rPr>
              <a:t>Next, identify the user's needs, pain points and requirements...</a:t>
            </a:r>
          </a:p>
          <a:p>
            <a:endParaRPr lang="en-US">
              <a:latin typeface="Calibri"/>
              <a:ea typeface="Calibri"/>
              <a:cs typeface="Calibri"/>
            </a:endParaRPr>
          </a:p>
          <a:p>
            <a:r>
              <a:rPr lang="en-US">
                <a:latin typeface="Calibri"/>
                <a:ea typeface="Calibri"/>
                <a:cs typeface="Calibri"/>
              </a:rPr>
              <a:t>Then, develop user personas, journeys, and UX concepts...</a:t>
            </a:r>
          </a:p>
          <a:p>
            <a:endParaRPr lang="en-US">
              <a:latin typeface="Calibri"/>
              <a:ea typeface="Calibri"/>
              <a:cs typeface="Calibri"/>
            </a:endParaRPr>
          </a:p>
          <a:p>
            <a:r>
              <a:rPr lang="en-US">
                <a:latin typeface="Calibri"/>
                <a:ea typeface="Calibri"/>
                <a:cs typeface="Calibri"/>
              </a:rPr>
              <a:t>Finally, explore technical feasibility of UX concepts...</a:t>
            </a:r>
          </a:p>
          <a:p>
            <a:endParaRPr lang="en-US">
              <a:latin typeface="Calibri"/>
              <a:ea typeface="Calibri"/>
              <a:cs typeface="Calibri"/>
            </a:endParaRPr>
          </a:p>
          <a:p>
            <a:r>
              <a:rPr lang="en-US">
                <a:latin typeface="Calibri"/>
                <a:ea typeface="Calibri"/>
                <a:cs typeface="Calibri"/>
              </a:rPr>
              <a:t>In proposal no working features, just planning stage</a:t>
            </a:r>
          </a:p>
        </p:txBody>
      </p:sp>
      <p:sp>
        <p:nvSpPr>
          <p:cNvPr id="4" name="Slide Number Placeholder 3"/>
          <p:cNvSpPr>
            <a:spLocks noGrp="1"/>
          </p:cNvSpPr>
          <p:nvPr>
            <p:ph type="sldNum" sz="quarter" idx="5"/>
          </p:nvPr>
        </p:nvSpPr>
        <p:spPr/>
        <p:txBody>
          <a:bodyPr/>
          <a:lstStyle/>
          <a:p>
            <a:fld id="{0F71DC57-F7CB-40CA-8195-61F0022C49E2}" type="slidenum">
              <a:rPr lang="en-AU" smtClean="0"/>
              <a:t>3</a:t>
            </a:fld>
            <a:endParaRPr lang="en-AU"/>
          </a:p>
        </p:txBody>
      </p:sp>
    </p:spTree>
    <p:extLst>
      <p:ext uri="{BB962C8B-B14F-4D97-AF65-F5344CB8AC3E}">
        <p14:creationId xmlns:p14="http://schemas.microsoft.com/office/powerpoint/2010/main" val="16372897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On the left is the client's current form on Monday.com, all input fields are available to the vendor at once but the vendor must scroll to see all the fields.</a:t>
            </a:r>
          </a:p>
          <a:p>
            <a:endParaRPr lang="en-US"/>
          </a:p>
          <a:p>
            <a:r>
              <a:rPr lang="en-US"/>
              <a:t>On the right is the UX's revised wireframes, which removes the need to scroll and guides the user through the requirements elicitation process. We can see after entering the essential details for all services, selecting the networking service they require, and pressing the submit button, the user is then guided to the next part of the form containing the relevant input fields for the selected service.</a:t>
            </a:r>
          </a:p>
          <a:p>
            <a:endParaRPr lang="en-US">
              <a:latin typeface="Aptos"/>
              <a:ea typeface="Calibri"/>
              <a:cs typeface="Calibri"/>
            </a:endParaRPr>
          </a:p>
        </p:txBody>
      </p:sp>
      <p:sp>
        <p:nvSpPr>
          <p:cNvPr id="4" name="Slide Number Placeholder 3"/>
          <p:cNvSpPr>
            <a:spLocks noGrp="1"/>
          </p:cNvSpPr>
          <p:nvPr>
            <p:ph type="sldNum" sz="quarter" idx="5"/>
          </p:nvPr>
        </p:nvSpPr>
        <p:spPr/>
        <p:txBody>
          <a:bodyPr/>
          <a:lstStyle/>
          <a:p>
            <a:fld id="{0F71DC57-F7CB-40CA-8195-61F0022C49E2}" type="slidenum">
              <a:rPr lang="en-AU" smtClean="0"/>
              <a:t>4</a:t>
            </a:fld>
            <a:endParaRPr lang="en-AU"/>
          </a:p>
        </p:txBody>
      </p:sp>
    </p:spTree>
    <p:extLst>
      <p:ext uri="{BB962C8B-B14F-4D97-AF65-F5344CB8AC3E}">
        <p14:creationId xmlns:p14="http://schemas.microsoft.com/office/powerpoint/2010/main" val="14424344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4ED472-0A98-2A7B-F1FE-ABD3E96ED1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2C4BF0-73D3-65D7-F3E9-4E7E25DDB8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7314F5-9FAB-E463-130E-7A425A07E0EA}"/>
              </a:ext>
            </a:extLst>
          </p:cNvPr>
          <p:cNvSpPr>
            <a:spLocks noGrp="1"/>
          </p:cNvSpPr>
          <p:nvPr>
            <p:ph type="body" idx="1"/>
          </p:nvPr>
        </p:nvSpPr>
        <p:spPr/>
        <p:txBody>
          <a:bodyPr/>
          <a:lstStyle/>
          <a:p>
            <a:r>
              <a:rPr lang="en-US">
                <a:latin typeface="Calibri"/>
                <a:ea typeface="Calibri"/>
                <a:cs typeface="Calibri"/>
              </a:rPr>
              <a:t>User personas that UX created.</a:t>
            </a:r>
          </a:p>
          <a:p>
            <a:endParaRPr lang="en-US">
              <a:latin typeface="Calibri"/>
              <a:ea typeface="Calibri"/>
              <a:cs typeface="Calibri"/>
            </a:endParaRPr>
          </a:p>
          <a:p>
            <a:r>
              <a:rPr lang="en-US">
                <a:latin typeface="Calibri"/>
                <a:ea typeface="Calibri"/>
                <a:cs typeface="Calibri"/>
              </a:rPr>
              <a:t>Grounds our design with requirements from "real users" rather than guessing</a:t>
            </a:r>
          </a:p>
          <a:p>
            <a:endParaRPr lang="en-US">
              <a:latin typeface="Calibri"/>
              <a:ea typeface="Calibri"/>
              <a:cs typeface="Calibri"/>
            </a:endParaRPr>
          </a:p>
          <a:p>
            <a:r>
              <a:rPr lang="en-US">
                <a:latin typeface="Calibri"/>
                <a:ea typeface="Calibri"/>
                <a:cs typeface="Calibri"/>
              </a:rPr>
              <a:t>Perspectives from vendor, telecommunications coordinator, operations manager</a:t>
            </a:r>
          </a:p>
        </p:txBody>
      </p:sp>
      <p:sp>
        <p:nvSpPr>
          <p:cNvPr id="4" name="Slide Number Placeholder 3">
            <a:extLst>
              <a:ext uri="{FF2B5EF4-FFF2-40B4-BE49-F238E27FC236}">
                <a16:creationId xmlns:a16="http://schemas.microsoft.com/office/drawing/2014/main" id="{B8025A46-5E53-7EBC-28E4-C99B8DD64B90}"/>
              </a:ext>
            </a:extLst>
          </p:cNvPr>
          <p:cNvSpPr>
            <a:spLocks noGrp="1"/>
          </p:cNvSpPr>
          <p:nvPr>
            <p:ph type="sldNum" sz="quarter" idx="5"/>
          </p:nvPr>
        </p:nvSpPr>
        <p:spPr/>
        <p:txBody>
          <a:bodyPr/>
          <a:lstStyle/>
          <a:p>
            <a:fld id="{0F71DC57-F7CB-40CA-8195-61F0022C49E2}" type="slidenum">
              <a:rPr lang="en-AU" smtClean="0"/>
              <a:t>5</a:t>
            </a:fld>
            <a:endParaRPr lang="en-AU"/>
          </a:p>
        </p:txBody>
      </p:sp>
    </p:spTree>
    <p:extLst>
      <p:ext uri="{BB962C8B-B14F-4D97-AF65-F5344CB8AC3E}">
        <p14:creationId xmlns:p14="http://schemas.microsoft.com/office/powerpoint/2010/main" val="33681350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Importance of groundwork and planning – find out the problem know what to do</a:t>
            </a:r>
          </a:p>
          <a:p>
            <a:endParaRPr lang="en-US"/>
          </a:p>
          <a:p>
            <a:r>
              <a:rPr lang="en-US"/>
              <a:t>Client – go over current system – missing fields/lack of validation – poor data </a:t>
            </a:r>
          </a:p>
          <a:p>
            <a:r>
              <a:rPr lang="en-US"/>
              <a:t>Improvement – more reliable and requires less clarification</a:t>
            </a:r>
          </a:p>
          <a:p>
            <a:endParaRPr lang="en-US"/>
          </a:p>
          <a:p>
            <a:r>
              <a:rPr lang="en-US"/>
              <a:t>End user experience – not everyone tech savvy enough to know everything – very technical aspects, some users don’t understand and “just want a </a:t>
            </a:r>
            <a:r>
              <a:rPr lang="en-US" err="1"/>
              <a:t>wifi</a:t>
            </a:r>
            <a:r>
              <a:rPr lang="en-US"/>
              <a:t> connection”</a:t>
            </a:r>
          </a:p>
          <a:p>
            <a:r>
              <a:rPr lang="en-US">
                <a:latin typeface="Calibri"/>
                <a:ea typeface="Calibri"/>
                <a:cs typeface="Calibri"/>
              </a:rPr>
              <a:t>More guided process with better form validation</a:t>
            </a:r>
          </a:p>
        </p:txBody>
      </p:sp>
      <p:sp>
        <p:nvSpPr>
          <p:cNvPr id="4" name="Slide Number Placeholder 3"/>
          <p:cNvSpPr>
            <a:spLocks noGrp="1"/>
          </p:cNvSpPr>
          <p:nvPr>
            <p:ph type="sldNum" sz="quarter" idx="5"/>
          </p:nvPr>
        </p:nvSpPr>
        <p:spPr/>
        <p:txBody>
          <a:bodyPr/>
          <a:lstStyle/>
          <a:p>
            <a:fld id="{0F71DC57-F7CB-40CA-8195-61F0022C49E2}" type="slidenum">
              <a:rPr lang="en-AU" smtClean="0"/>
              <a:t>6</a:t>
            </a:fld>
            <a:endParaRPr lang="en-AU"/>
          </a:p>
        </p:txBody>
      </p:sp>
    </p:spTree>
    <p:extLst>
      <p:ext uri="{BB962C8B-B14F-4D97-AF65-F5344CB8AC3E}">
        <p14:creationId xmlns:p14="http://schemas.microsoft.com/office/powerpoint/2010/main" val="2501240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Blockers:</a:t>
            </a:r>
          </a:p>
          <a:p>
            <a:r>
              <a:rPr lang="en-US">
                <a:latin typeface="Calibri"/>
                <a:ea typeface="Calibri"/>
                <a:cs typeface="Calibri"/>
              </a:rPr>
              <a:t>PM handover – talked to Alessio</a:t>
            </a:r>
            <a:endParaRPr lang="en-US"/>
          </a:p>
          <a:p>
            <a:r>
              <a:rPr lang="en-US">
                <a:latin typeface="Calibri"/>
                <a:ea typeface="Calibri"/>
                <a:cs typeface="Calibri"/>
              </a:rPr>
              <a:t>Low client contact – currently overseas</a:t>
            </a:r>
          </a:p>
          <a:p>
            <a:endParaRPr lang="en-US">
              <a:latin typeface="Calibri"/>
              <a:ea typeface="Calibri"/>
              <a:cs typeface="Calibri"/>
            </a:endParaRPr>
          </a:p>
          <a:p>
            <a:r>
              <a:rPr lang="en-US">
                <a:latin typeface="Calibri"/>
                <a:ea typeface="Calibri"/>
                <a:cs typeface="Calibri"/>
              </a:rPr>
              <a:t>Some of our open questions are here on the board, most need client validation to help resolve them.</a:t>
            </a:r>
          </a:p>
        </p:txBody>
      </p:sp>
      <p:sp>
        <p:nvSpPr>
          <p:cNvPr id="4" name="Slide Number Placeholder 3"/>
          <p:cNvSpPr>
            <a:spLocks noGrp="1"/>
          </p:cNvSpPr>
          <p:nvPr>
            <p:ph type="sldNum" sz="quarter" idx="5"/>
          </p:nvPr>
        </p:nvSpPr>
        <p:spPr/>
        <p:txBody>
          <a:bodyPr/>
          <a:lstStyle/>
          <a:p>
            <a:fld id="{0F71DC57-F7CB-40CA-8195-61F0022C49E2}" type="slidenum">
              <a:rPr lang="en-AU" smtClean="0"/>
              <a:t>7</a:t>
            </a:fld>
            <a:endParaRPr lang="en-AU"/>
          </a:p>
        </p:txBody>
      </p:sp>
    </p:spTree>
    <p:extLst>
      <p:ext uri="{BB962C8B-B14F-4D97-AF65-F5344CB8AC3E}">
        <p14:creationId xmlns:p14="http://schemas.microsoft.com/office/powerpoint/2010/main" val="22531710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Week 1</a:t>
            </a:r>
            <a:endParaRPr lang="en-US">
              <a:solidFill>
                <a:srgbClr val="444444"/>
              </a:solidFill>
            </a:endParaRPr>
          </a:p>
          <a:p>
            <a:r>
              <a:rPr lang="en-US"/>
              <a:t>-Understanding – </a:t>
            </a:r>
            <a:r>
              <a:rPr lang="en-US" b="1"/>
              <a:t>individual </a:t>
            </a:r>
            <a:r>
              <a:rPr lang="en-US"/>
              <a:t>review of historical data, deeper understanding, informing what needs to happen going forwards</a:t>
            </a:r>
            <a:endParaRPr lang="en-US">
              <a:solidFill>
                <a:srgbClr val="444444"/>
              </a:solidFill>
            </a:endParaRPr>
          </a:p>
          <a:p>
            <a:r>
              <a:rPr lang="en-US"/>
              <a:t>-UX started work on creating User stories and profiles</a:t>
            </a:r>
            <a:endParaRPr lang="en-US">
              <a:solidFill>
                <a:srgbClr val="444444"/>
              </a:solidFill>
            </a:endParaRPr>
          </a:p>
          <a:p>
            <a:r>
              <a:rPr lang="en-US" b="1"/>
              <a:t>Week 2</a:t>
            </a:r>
            <a:endParaRPr lang="en-US">
              <a:solidFill>
                <a:srgbClr val="444444"/>
              </a:solidFill>
            </a:endParaRPr>
          </a:p>
          <a:p>
            <a:r>
              <a:rPr lang="en-US"/>
              <a:t>-Requirements elicitation based on what was already complete, generated requirements for work going forwards</a:t>
            </a:r>
            <a:endParaRPr lang="en-US">
              <a:solidFill>
                <a:srgbClr val="444444"/>
              </a:solidFill>
            </a:endParaRPr>
          </a:p>
          <a:p>
            <a:r>
              <a:rPr lang="en-US"/>
              <a:t>-Exploration – initial design ideation based off personas and previous requirements, creating ideas to be implemented going forwards</a:t>
            </a:r>
            <a:endParaRPr lang="en-US">
              <a:solidFill>
                <a:srgbClr val="444444"/>
              </a:solidFill>
            </a:endParaRPr>
          </a:p>
          <a:p>
            <a:r>
              <a:rPr lang="en-US"/>
              <a:t>-validation – exploring technical feasibility of proposed ideas</a:t>
            </a:r>
            <a:endParaRPr lang="en-US">
              <a:solidFill>
                <a:srgbClr val="444444"/>
              </a:solidFill>
            </a:endParaRPr>
          </a:p>
          <a:p>
            <a:r>
              <a:rPr lang="en-US" b="1"/>
              <a:t>Week 3</a:t>
            </a:r>
            <a:endParaRPr lang="en-US">
              <a:solidFill>
                <a:srgbClr val="444444"/>
              </a:solidFill>
            </a:endParaRPr>
          </a:p>
          <a:p>
            <a:r>
              <a:rPr lang="en-US"/>
              <a:t>User journeys – back and forth between UX and BA</a:t>
            </a:r>
            <a:endParaRPr lang="en-US">
              <a:solidFill>
                <a:srgbClr val="444444"/>
              </a:solidFill>
            </a:endParaRPr>
          </a:p>
          <a:p>
            <a:r>
              <a:rPr lang="en-US"/>
              <a:t>Refined technical feasibility with a detailed workflow of how form data is handled</a:t>
            </a:r>
            <a:endParaRPr lang="en-US">
              <a:solidFill>
                <a:srgbClr val="444444"/>
              </a:solidFill>
            </a:endParaRPr>
          </a:p>
        </p:txBody>
      </p:sp>
      <p:sp>
        <p:nvSpPr>
          <p:cNvPr id="4" name="Slide Number Placeholder 3"/>
          <p:cNvSpPr>
            <a:spLocks noGrp="1"/>
          </p:cNvSpPr>
          <p:nvPr>
            <p:ph type="sldNum" sz="quarter" idx="5"/>
          </p:nvPr>
        </p:nvSpPr>
        <p:spPr/>
        <p:txBody>
          <a:bodyPr/>
          <a:lstStyle/>
          <a:p>
            <a:fld id="{0F71DC57-F7CB-40CA-8195-61F0022C49E2}" type="slidenum">
              <a:rPr lang="en-AU" smtClean="0"/>
              <a:t>8</a:t>
            </a:fld>
            <a:endParaRPr lang="en-AU"/>
          </a:p>
        </p:txBody>
      </p:sp>
    </p:spTree>
    <p:extLst>
      <p:ext uri="{BB962C8B-B14F-4D97-AF65-F5344CB8AC3E}">
        <p14:creationId xmlns:p14="http://schemas.microsoft.com/office/powerpoint/2010/main" val="31621294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In sprint 1, we:</a:t>
            </a:r>
          </a:p>
          <a:p>
            <a:pPr marL="171450" indent="-171450">
              <a:buFont typeface="Calibri"/>
              <a:buChar char="-"/>
            </a:pPr>
            <a:r>
              <a:rPr lang="en-US">
                <a:latin typeface="Calibri"/>
                <a:ea typeface="Calibri"/>
                <a:cs typeface="Calibri"/>
              </a:rPr>
              <a:t>Researched the current workflow</a:t>
            </a:r>
          </a:p>
          <a:p>
            <a:pPr marL="171450" indent="-171450">
              <a:buFont typeface="Calibri"/>
              <a:buChar char="-"/>
            </a:pPr>
            <a:r>
              <a:rPr lang="en-US">
                <a:latin typeface="Calibri"/>
                <a:ea typeface="Calibri"/>
                <a:cs typeface="Calibri"/>
              </a:rPr>
              <a:t>Created user personas and journeys</a:t>
            </a:r>
          </a:p>
          <a:p>
            <a:pPr marL="171450" indent="-171450">
              <a:buFont typeface="Calibri"/>
              <a:buChar char="-"/>
            </a:pPr>
            <a:r>
              <a:rPr lang="en-US">
                <a:latin typeface="Calibri"/>
                <a:ea typeface="Calibri"/>
                <a:cs typeface="Calibri"/>
              </a:rPr>
              <a:t>Elicited requirements</a:t>
            </a:r>
          </a:p>
          <a:p>
            <a:pPr marL="171450" indent="-171450">
              <a:buFont typeface="Calibri"/>
              <a:buChar char="-"/>
            </a:pPr>
            <a:r>
              <a:rPr lang="en-US">
                <a:latin typeface="Calibri"/>
                <a:ea typeface="Calibri"/>
                <a:cs typeface="Calibri"/>
              </a:rPr>
              <a:t>Developed wireframes</a:t>
            </a:r>
          </a:p>
          <a:p>
            <a:pPr marL="171450" indent="-171450">
              <a:buFont typeface="Calibri"/>
              <a:buChar char="-"/>
            </a:pPr>
            <a:r>
              <a:rPr lang="en-US">
                <a:latin typeface="Calibri"/>
                <a:ea typeface="Calibri"/>
                <a:cs typeface="Calibri"/>
              </a:rPr>
              <a:t>Explored technical workflow</a:t>
            </a:r>
          </a:p>
          <a:p>
            <a:pPr marL="171450" indent="-171450">
              <a:buFont typeface="Calibri"/>
              <a:buChar char="-"/>
            </a:pPr>
            <a:endParaRPr lang="en-US">
              <a:latin typeface="Calibri"/>
              <a:ea typeface="Calibri"/>
              <a:cs typeface="Calibri"/>
            </a:endParaRPr>
          </a:p>
          <a:p>
            <a:r>
              <a:rPr lang="en-US">
                <a:latin typeface="Calibri"/>
                <a:ea typeface="Calibri"/>
                <a:cs typeface="Calibri"/>
              </a:rPr>
              <a:t>In sprint 2, we will aim to:</a:t>
            </a:r>
          </a:p>
          <a:p>
            <a:pPr marL="171450" indent="-171450">
              <a:buFont typeface="Calibri"/>
              <a:buChar char="-"/>
            </a:pPr>
            <a:r>
              <a:rPr lang="en-US">
                <a:latin typeface="Calibri"/>
                <a:ea typeface="Calibri"/>
                <a:cs typeface="Calibri"/>
              </a:rPr>
              <a:t>Develop our solution architecture</a:t>
            </a:r>
          </a:p>
          <a:p>
            <a:pPr marL="171450" indent="-171450">
              <a:buFont typeface="Calibri"/>
              <a:buChar char="-"/>
            </a:pPr>
            <a:r>
              <a:rPr lang="en-US">
                <a:latin typeface="Calibri"/>
                <a:ea typeface="Calibri"/>
                <a:cs typeface="Calibri"/>
              </a:rPr>
              <a:t>Begin developing an end-to-end prototype</a:t>
            </a:r>
          </a:p>
          <a:p>
            <a:pPr marL="171450" indent="-171450">
              <a:buFont typeface="Calibri"/>
              <a:buChar char="-"/>
            </a:pPr>
            <a:r>
              <a:rPr lang="en-US">
                <a:latin typeface="Calibri"/>
                <a:ea typeface="Calibri"/>
                <a:cs typeface="Calibri"/>
              </a:rPr>
              <a:t>Meet with Clint and refine the wireframes</a:t>
            </a:r>
          </a:p>
          <a:p>
            <a:pPr marL="171450" indent="-171450">
              <a:buFont typeface="Calibri"/>
              <a:buChar char="-"/>
            </a:pPr>
            <a:r>
              <a:rPr lang="en-US">
                <a:latin typeface="Calibri"/>
                <a:ea typeface="Calibri"/>
                <a:cs typeface="Calibri"/>
              </a:rPr>
              <a:t>Testing and iteratively refining</a:t>
            </a:r>
          </a:p>
          <a:p>
            <a:pPr marL="171450" indent="-171450">
              <a:buFont typeface="Calibri"/>
              <a:buChar char="-"/>
            </a:pPr>
            <a:endParaRPr lang="en-US">
              <a:latin typeface="Calibri"/>
              <a:ea typeface="Calibri"/>
              <a:cs typeface="Calibri"/>
            </a:endParaRPr>
          </a:p>
          <a:p>
            <a:r>
              <a:rPr lang="en-US">
                <a:latin typeface="Calibri"/>
                <a:ea typeface="Calibri"/>
                <a:cs typeface="Calibri"/>
              </a:rPr>
              <a:t>Finally, in sprint 3 we will:</a:t>
            </a:r>
          </a:p>
          <a:p>
            <a:pPr marL="171450" indent="-171450">
              <a:buFont typeface="Calibri"/>
              <a:buChar char="-"/>
            </a:pPr>
            <a:r>
              <a:rPr lang="en-US">
                <a:latin typeface="Calibri"/>
                <a:ea typeface="Calibri"/>
                <a:cs typeface="Calibri"/>
              </a:rPr>
              <a:t>Continue meeting with Clint and refining the prototype</a:t>
            </a:r>
          </a:p>
          <a:p>
            <a:pPr marL="171450" indent="-171450">
              <a:buFont typeface="Calibri"/>
              <a:buChar char="-"/>
            </a:pPr>
            <a:r>
              <a:rPr lang="en-US">
                <a:latin typeface="Calibri"/>
                <a:ea typeface="Calibri"/>
                <a:cs typeface="Calibri"/>
              </a:rPr>
              <a:t>Compile our project's documentation</a:t>
            </a:r>
          </a:p>
          <a:p>
            <a:pPr marL="171450" indent="-171450">
              <a:buFont typeface="Calibri"/>
              <a:buChar char="-"/>
            </a:pPr>
            <a:r>
              <a:rPr lang="en-US">
                <a:latin typeface="Calibri"/>
                <a:ea typeface="Calibri"/>
                <a:cs typeface="Calibri"/>
              </a:rPr>
              <a:t>Deliver a polished proof of concept</a:t>
            </a:r>
          </a:p>
        </p:txBody>
      </p:sp>
      <p:sp>
        <p:nvSpPr>
          <p:cNvPr id="4" name="Slide Number Placeholder 3"/>
          <p:cNvSpPr>
            <a:spLocks noGrp="1"/>
          </p:cNvSpPr>
          <p:nvPr>
            <p:ph type="sldNum" sz="quarter" idx="5"/>
          </p:nvPr>
        </p:nvSpPr>
        <p:spPr/>
        <p:txBody>
          <a:bodyPr/>
          <a:lstStyle/>
          <a:p>
            <a:fld id="{0F71DC57-F7CB-40CA-8195-61F0022C49E2}" type="slidenum">
              <a:rPr lang="en-AU" smtClean="0"/>
              <a:t>9</a:t>
            </a:fld>
            <a:endParaRPr lang="en-AU"/>
          </a:p>
        </p:txBody>
      </p:sp>
    </p:spTree>
    <p:extLst>
      <p:ext uri="{BB962C8B-B14F-4D97-AF65-F5344CB8AC3E}">
        <p14:creationId xmlns:p14="http://schemas.microsoft.com/office/powerpoint/2010/main" val="3955316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Individual report, handoff to Anas, then Diya, Joel and Gabriel.</a:t>
            </a:r>
          </a:p>
          <a:p>
            <a:endParaRPr lang="en-US">
              <a:latin typeface="Calibri"/>
              <a:ea typeface="Calibri"/>
              <a:cs typeface="Calibri"/>
            </a:endParaRPr>
          </a:p>
          <a:p>
            <a:r>
              <a:rPr lang="en-US">
                <a:latin typeface="Calibri"/>
                <a:ea typeface="Calibri"/>
                <a:cs typeface="Calibri"/>
              </a:rPr>
              <a:t>(1 minute each)</a:t>
            </a:r>
          </a:p>
        </p:txBody>
      </p:sp>
      <p:sp>
        <p:nvSpPr>
          <p:cNvPr id="4" name="Slide Number Placeholder 3"/>
          <p:cNvSpPr>
            <a:spLocks noGrp="1"/>
          </p:cNvSpPr>
          <p:nvPr>
            <p:ph type="sldNum" sz="quarter" idx="5"/>
          </p:nvPr>
        </p:nvSpPr>
        <p:spPr/>
        <p:txBody>
          <a:bodyPr/>
          <a:lstStyle/>
          <a:p>
            <a:fld id="{0F71DC57-F7CB-40CA-8195-61F0022C49E2}" type="slidenum">
              <a:rPr lang="en-AU" smtClean="0"/>
              <a:t>10</a:t>
            </a:fld>
            <a:endParaRPr lang="en-AU"/>
          </a:p>
        </p:txBody>
      </p:sp>
    </p:spTree>
    <p:extLst>
      <p:ext uri="{BB962C8B-B14F-4D97-AF65-F5344CB8AC3E}">
        <p14:creationId xmlns:p14="http://schemas.microsoft.com/office/powerpoint/2010/main" val="5866996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C8F9D2-5AF8-9502-F930-B722FD064440}"/>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AU"/>
          </a:p>
        </p:txBody>
      </p:sp>
      <p:sp>
        <p:nvSpPr>
          <p:cNvPr id="3" name="Subtitle 2">
            <a:extLst>
              <a:ext uri="{FF2B5EF4-FFF2-40B4-BE49-F238E27FC236}">
                <a16:creationId xmlns:a16="http://schemas.microsoft.com/office/drawing/2014/main" id="{B727CFBC-A735-7A89-0CA1-22FEA4A030E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AU"/>
          </a:p>
        </p:txBody>
      </p:sp>
      <p:sp>
        <p:nvSpPr>
          <p:cNvPr id="4" name="Date Placeholder 3">
            <a:extLst>
              <a:ext uri="{FF2B5EF4-FFF2-40B4-BE49-F238E27FC236}">
                <a16:creationId xmlns:a16="http://schemas.microsoft.com/office/drawing/2014/main" id="{F6BE4239-AFBF-72CD-7ECC-5751FF006F79}"/>
              </a:ext>
            </a:extLst>
          </p:cNvPr>
          <p:cNvSpPr>
            <a:spLocks noGrp="1"/>
          </p:cNvSpPr>
          <p:nvPr>
            <p:ph type="dt" sz="half" idx="10"/>
          </p:nvPr>
        </p:nvSpPr>
        <p:spPr/>
        <p:txBody>
          <a:bodyPr/>
          <a:lstStyle/>
          <a:p>
            <a:fld id="{BF295F7E-B3E7-479D-BCAA-B4AA8AB360BC}" type="datetimeFigureOut">
              <a:rPr lang="en-AU" smtClean="0"/>
              <a:t>12/09/2026</a:t>
            </a:fld>
            <a:endParaRPr lang="en-AU"/>
          </a:p>
        </p:txBody>
      </p:sp>
      <p:sp>
        <p:nvSpPr>
          <p:cNvPr id="5" name="Footer Placeholder 4">
            <a:extLst>
              <a:ext uri="{FF2B5EF4-FFF2-40B4-BE49-F238E27FC236}">
                <a16:creationId xmlns:a16="http://schemas.microsoft.com/office/drawing/2014/main" id="{81A1F116-514C-D06A-3600-7BAAE6A0174D}"/>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1AE8183F-5992-DF2A-134C-2B2F61776DD2}"/>
              </a:ext>
            </a:extLst>
          </p:cNvPr>
          <p:cNvSpPr>
            <a:spLocks noGrp="1"/>
          </p:cNvSpPr>
          <p:nvPr>
            <p:ph type="sldNum" sz="quarter" idx="12"/>
          </p:nvPr>
        </p:nvSpPr>
        <p:spPr/>
        <p:txBody>
          <a:bodyPr/>
          <a:lstStyle/>
          <a:p>
            <a:fld id="{481194BC-205B-40C0-BE21-3F3833B3F952}" type="slidenum">
              <a:rPr lang="en-AU" smtClean="0"/>
              <a:t>‹#›</a:t>
            </a:fld>
            <a:endParaRPr lang="en-AU"/>
          </a:p>
        </p:txBody>
      </p:sp>
    </p:spTree>
    <p:extLst>
      <p:ext uri="{BB962C8B-B14F-4D97-AF65-F5344CB8AC3E}">
        <p14:creationId xmlns:p14="http://schemas.microsoft.com/office/powerpoint/2010/main" val="32859809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A6550-322B-5040-A39A-1F6DBB4F3515}"/>
              </a:ext>
            </a:extLst>
          </p:cNvPr>
          <p:cNvSpPr>
            <a:spLocks noGrp="1"/>
          </p:cNvSpPr>
          <p:nvPr>
            <p:ph type="title"/>
          </p:nvPr>
        </p:nvSpPr>
        <p:spPr/>
        <p:txBody>
          <a:bodyPr/>
          <a:lstStyle/>
          <a:p>
            <a:r>
              <a:rPr lang="en-GB"/>
              <a:t>Click to edit Master title style</a:t>
            </a:r>
            <a:endParaRPr lang="en-AU"/>
          </a:p>
        </p:txBody>
      </p:sp>
      <p:sp>
        <p:nvSpPr>
          <p:cNvPr id="3" name="Content Placeholder 2">
            <a:extLst>
              <a:ext uri="{FF2B5EF4-FFF2-40B4-BE49-F238E27FC236}">
                <a16:creationId xmlns:a16="http://schemas.microsoft.com/office/drawing/2014/main" id="{D29C0568-451A-CB5C-E345-63067C144677}"/>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Date Placeholder 3">
            <a:extLst>
              <a:ext uri="{FF2B5EF4-FFF2-40B4-BE49-F238E27FC236}">
                <a16:creationId xmlns:a16="http://schemas.microsoft.com/office/drawing/2014/main" id="{D6078C1E-C63B-0070-D31F-027EEF4F7E8D}"/>
              </a:ext>
            </a:extLst>
          </p:cNvPr>
          <p:cNvSpPr>
            <a:spLocks noGrp="1"/>
          </p:cNvSpPr>
          <p:nvPr>
            <p:ph type="dt" sz="half" idx="10"/>
          </p:nvPr>
        </p:nvSpPr>
        <p:spPr/>
        <p:txBody>
          <a:bodyPr/>
          <a:lstStyle/>
          <a:p>
            <a:fld id="{BF295F7E-B3E7-479D-BCAA-B4AA8AB360BC}" type="datetimeFigureOut">
              <a:rPr lang="en-AU" smtClean="0"/>
              <a:t>12/09/2026</a:t>
            </a:fld>
            <a:endParaRPr lang="en-AU"/>
          </a:p>
        </p:txBody>
      </p:sp>
      <p:sp>
        <p:nvSpPr>
          <p:cNvPr id="5" name="Footer Placeholder 4">
            <a:extLst>
              <a:ext uri="{FF2B5EF4-FFF2-40B4-BE49-F238E27FC236}">
                <a16:creationId xmlns:a16="http://schemas.microsoft.com/office/drawing/2014/main" id="{62148B8B-12AF-E60A-83BB-DE89B20B2480}"/>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B7691273-D1A2-5EE4-32BA-01422E5ED9D6}"/>
              </a:ext>
            </a:extLst>
          </p:cNvPr>
          <p:cNvSpPr>
            <a:spLocks noGrp="1"/>
          </p:cNvSpPr>
          <p:nvPr>
            <p:ph type="sldNum" sz="quarter" idx="12"/>
          </p:nvPr>
        </p:nvSpPr>
        <p:spPr/>
        <p:txBody>
          <a:bodyPr/>
          <a:lstStyle/>
          <a:p>
            <a:fld id="{481194BC-205B-40C0-BE21-3F3833B3F952}" type="slidenum">
              <a:rPr lang="en-AU" smtClean="0"/>
              <a:t>‹#›</a:t>
            </a:fld>
            <a:endParaRPr lang="en-AU"/>
          </a:p>
        </p:txBody>
      </p:sp>
    </p:spTree>
    <p:extLst>
      <p:ext uri="{BB962C8B-B14F-4D97-AF65-F5344CB8AC3E}">
        <p14:creationId xmlns:p14="http://schemas.microsoft.com/office/powerpoint/2010/main" val="19898831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EF4AA-1592-E076-B7C5-CDE261656CB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AU"/>
          </a:p>
        </p:txBody>
      </p:sp>
      <p:sp>
        <p:nvSpPr>
          <p:cNvPr id="3" name="Text Placeholder 2">
            <a:extLst>
              <a:ext uri="{FF2B5EF4-FFF2-40B4-BE49-F238E27FC236}">
                <a16:creationId xmlns:a16="http://schemas.microsoft.com/office/drawing/2014/main" id="{85209840-A577-7B4C-9CBE-180501E15CA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C870D003-69F4-6139-398D-CED49DB6D4F7}"/>
              </a:ext>
            </a:extLst>
          </p:cNvPr>
          <p:cNvSpPr>
            <a:spLocks noGrp="1"/>
          </p:cNvSpPr>
          <p:nvPr>
            <p:ph type="dt" sz="half" idx="10"/>
          </p:nvPr>
        </p:nvSpPr>
        <p:spPr/>
        <p:txBody>
          <a:bodyPr/>
          <a:lstStyle/>
          <a:p>
            <a:fld id="{BF295F7E-B3E7-479D-BCAA-B4AA8AB360BC}" type="datetimeFigureOut">
              <a:rPr lang="en-AU" smtClean="0"/>
              <a:t>12/09/2026</a:t>
            </a:fld>
            <a:endParaRPr lang="en-AU"/>
          </a:p>
        </p:txBody>
      </p:sp>
      <p:sp>
        <p:nvSpPr>
          <p:cNvPr id="5" name="Footer Placeholder 4">
            <a:extLst>
              <a:ext uri="{FF2B5EF4-FFF2-40B4-BE49-F238E27FC236}">
                <a16:creationId xmlns:a16="http://schemas.microsoft.com/office/drawing/2014/main" id="{9B7CF83A-AEAE-46EB-B544-DA7F7F358D52}"/>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704D6093-B073-026D-76E1-A336C8D5C28B}"/>
              </a:ext>
            </a:extLst>
          </p:cNvPr>
          <p:cNvSpPr>
            <a:spLocks noGrp="1"/>
          </p:cNvSpPr>
          <p:nvPr>
            <p:ph type="sldNum" sz="quarter" idx="12"/>
          </p:nvPr>
        </p:nvSpPr>
        <p:spPr/>
        <p:txBody>
          <a:bodyPr/>
          <a:lstStyle/>
          <a:p>
            <a:fld id="{481194BC-205B-40C0-BE21-3F3833B3F952}" type="slidenum">
              <a:rPr lang="en-AU" smtClean="0"/>
              <a:t>‹#›</a:t>
            </a:fld>
            <a:endParaRPr lang="en-AU"/>
          </a:p>
        </p:txBody>
      </p:sp>
    </p:spTree>
    <p:extLst>
      <p:ext uri="{BB962C8B-B14F-4D97-AF65-F5344CB8AC3E}">
        <p14:creationId xmlns:p14="http://schemas.microsoft.com/office/powerpoint/2010/main" val="40878093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F8176-6448-2E3A-87DA-9D148B00DD76}"/>
              </a:ext>
            </a:extLst>
          </p:cNvPr>
          <p:cNvSpPr>
            <a:spLocks noGrp="1"/>
          </p:cNvSpPr>
          <p:nvPr>
            <p:ph type="title"/>
          </p:nvPr>
        </p:nvSpPr>
        <p:spPr/>
        <p:txBody>
          <a:bodyPr/>
          <a:lstStyle/>
          <a:p>
            <a:r>
              <a:rPr lang="en-GB"/>
              <a:t>Click to edit Master title style</a:t>
            </a:r>
            <a:endParaRPr lang="en-AU"/>
          </a:p>
        </p:txBody>
      </p:sp>
      <p:sp>
        <p:nvSpPr>
          <p:cNvPr id="3" name="Content Placeholder 2">
            <a:extLst>
              <a:ext uri="{FF2B5EF4-FFF2-40B4-BE49-F238E27FC236}">
                <a16:creationId xmlns:a16="http://schemas.microsoft.com/office/drawing/2014/main" id="{8F332DA5-7557-8065-F5C5-7FD950AB5D6B}"/>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Content Placeholder 3">
            <a:extLst>
              <a:ext uri="{FF2B5EF4-FFF2-40B4-BE49-F238E27FC236}">
                <a16:creationId xmlns:a16="http://schemas.microsoft.com/office/drawing/2014/main" id="{7234D6F9-C98B-5C17-6BAF-DD221A031AF4}"/>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5" name="Date Placeholder 4">
            <a:extLst>
              <a:ext uri="{FF2B5EF4-FFF2-40B4-BE49-F238E27FC236}">
                <a16:creationId xmlns:a16="http://schemas.microsoft.com/office/drawing/2014/main" id="{170DA01B-85F4-8758-1C1D-1D28779493E2}"/>
              </a:ext>
            </a:extLst>
          </p:cNvPr>
          <p:cNvSpPr>
            <a:spLocks noGrp="1"/>
          </p:cNvSpPr>
          <p:nvPr>
            <p:ph type="dt" sz="half" idx="10"/>
          </p:nvPr>
        </p:nvSpPr>
        <p:spPr/>
        <p:txBody>
          <a:bodyPr/>
          <a:lstStyle/>
          <a:p>
            <a:fld id="{BF295F7E-B3E7-479D-BCAA-B4AA8AB360BC}" type="datetimeFigureOut">
              <a:rPr lang="en-AU" smtClean="0"/>
              <a:t>12/09/2026</a:t>
            </a:fld>
            <a:endParaRPr lang="en-AU"/>
          </a:p>
        </p:txBody>
      </p:sp>
      <p:sp>
        <p:nvSpPr>
          <p:cNvPr id="6" name="Footer Placeholder 5">
            <a:extLst>
              <a:ext uri="{FF2B5EF4-FFF2-40B4-BE49-F238E27FC236}">
                <a16:creationId xmlns:a16="http://schemas.microsoft.com/office/drawing/2014/main" id="{6E4002FF-FDE2-C536-1939-ADF55E6F8432}"/>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8ED8BA65-A621-2F89-AD44-E320A6EFD51B}"/>
              </a:ext>
            </a:extLst>
          </p:cNvPr>
          <p:cNvSpPr>
            <a:spLocks noGrp="1"/>
          </p:cNvSpPr>
          <p:nvPr>
            <p:ph type="sldNum" sz="quarter" idx="12"/>
          </p:nvPr>
        </p:nvSpPr>
        <p:spPr/>
        <p:txBody>
          <a:bodyPr/>
          <a:lstStyle/>
          <a:p>
            <a:fld id="{481194BC-205B-40C0-BE21-3F3833B3F952}" type="slidenum">
              <a:rPr lang="en-AU" smtClean="0"/>
              <a:t>‹#›</a:t>
            </a:fld>
            <a:endParaRPr lang="en-AU"/>
          </a:p>
        </p:txBody>
      </p:sp>
    </p:spTree>
    <p:extLst>
      <p:ext uri="{BB962C8B-B14F-4D97-AF65-F5344CB8AC3E}">
        <p14:creationId xmlns:p14="http://schemas.microsoft.com/office/powerpoint/2010/main" val="42790730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5182A2-9601-F1DD-D5EF-16E9851E2A22}"/>
              </a:ext>
            </a:extLst>
          </p:cNvPr>
          <p:cNvSpPr>
            <a:spLocks noGrp="1"/>
          </p:cNvSpPr>
          <p:nvPr>
            <p:ph type="title"/>
          </p:nvPr>
        </p:nvSpPr>
        <p:spPr>
          <a:xfrm>
            <a:off x="839788" y="365125"/>
            <a:ext cx="10515600" cy="1325563"/>
          </a:xfrm>
        </p:spPr>
        <p:txBody>
          <a:bodyPr/>
          <a:lstStyle/>
          <a:p>
            <a:r>
              <a:rPr lang="en-GB"/>
              <a:t>Click to edit Master title style</a:t>
            </a:r>
            <a:endParaRPr lang="en-AU"/>
          </a:p>
        </p:txBody>
      </p:sp>
      <p:sp>
        <p:nvSpPr>
          <p:cNvPr id="3" name="Text Placeholder 2">
            <a:extLst>
              <a:ext uri="{FF2B5EF4-FFF2-40B4-BE49-F238E27FC236}">
                <a16:creationId xmlns:a16="http://schemas.microsoft.com/office/drawing/2014/main" id="{1AF51DEC-AA21-D498-56B1-27C0F9A8632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42437D56-F4E5-3EA9-8753-243CA55E1995}"/>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5" name="Text Placeholder 4">
            <a:extLst>
              <a:ext uri="{FF2B5EF4-FFF2-40B4-BE49-F238E27FC236}">
                <a16:creationId xmlns:a16="http://schemas.microsoft.com/office/drawing/2014/main" id="{8B7E27A8-50D0-4506-09D2-33E52CF8D4F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8AF1C31F-8949-C30A-3B95-6754C3351A87}"/>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7" name="Date Placeholder 6">
            <a:extLst>
              <a:ext uri="{FF2B5EF4-FFF2-40B4-BE49-F238E27FC236}">
                <a16:creationId xmlns:a16="http://schemas.microsoft.com/office/drawing/2014/main" id="{FCD5CCB2-1498-75A0-9478-B0AFB2098E7A}"/>
              </a:ext>
            </a:extLst>
          </p:cNvPr>
          <p:cNvSpPr>
            <a:spLocks noGrp="1"/>
          </p:cNvSpPr>
          <p:nvPr>
            <p:ph type="dt" sz="half" idx="10"/>
          </p:nvPr>
        </p:nvSpPr>
        <p:spPr/>
        <p:txBody>
          <a:bodyPr/>
          <a:lstStyle/>
          <a:p>
            <a:fld id="{BF295F7E-B3E7-479D-BCAA-B4AA8AB360BC}" type="datetimeFigureOut">
              <a:rPr lang="en-AU" smtClean="0"/>
              <a:t>12/09/2026</a:t>
            </a:fld>
            <a:endParaRPr lang="en-AU"/>
          </a:p>
        </p:txBody>
      </p:sp>
      <p:sp>
        <p:nvSpPr>
          <p:cNvPr id="8" name="Footer Placeholder 7">
            <a:extLst>
              <a:ext uri="{FF2B5EF4-FFF2-40B4-BE49-F238E27FC236}">
                <a16:creationId xmlns:a16="http://schemas.microsoft.com/office/drawing/2014/main" id="{DA8CA8CA-8894-CD56-A3ED-086AB954CF6A}"/>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60BAF133-76BA-D1B5-D5F5-D6131365E673}"/>
              </a:ext>
            </a:extLst>
          </p:cNvPr>
          <p:cNvSpPr>
            <a:spLocks noGrp="1"/>
          </p:cNvSpPr>
          <p:nvPr>
            <p:ph type="sldNum" sz="quarter" idx="12"/>
          </p:nvPr>
        </p:nvSpPr>
        <p:spPr/>
        <p:txBody>
          <a:bodyPr/>
          <a:lstStyle/>
          <a:p>
            <a:fld id="{481194BC-205B-40C0-BE21-3F3833B3F952}" type="slidenum">
              <a:rPr lang="en-AU" smtClean="0"/>
              <a:t>‹#›</a:t>
            </a:fld>
            <a:endParaRPr lang="en-AU"/>
          </a:p>
        </p:txBody>
      </p:sp>
    </p:spTree>
    <p:extLst>
      <p:ext uri="{BB962C8B-B14F-4D97-AF65-F5344CB8AC3E}">
        <p14:creationId xmlns:p14="http://schemas.microsoft.com/office/powerpoint/2010/main" val="10074980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EC6E41-1506-8841-FEF9-10AC951209E5}"/>
              </a:ext>
            </a:extLst>
          </p:cNvPr>
          <p:cNvSpPr>
            <a:spLocks noGrp="1"/>
          </p:cNvSpPr>
          <p:nvPr>
            <p:ph type="title"/>
          </p:nvPr>
        </p:nvSpPr>
        <p:spPr/>
        <p:txBody>
          <a:bodyPr/>
          <a:lstStyle/>
          <a:p>
            <a:r>
              <a:rPr lang="en-GB"/>
              <a:t>Click to edit Master title style</a:t>
            </a:r>
            <a:endParaRPr lang="en-AU"/>
          </a:p>
        </p:txBody>
      </p:sp>
      <p:sp>
        <p:nvSpPr>
          <p:cNvPr id="3" name="Date Placeholder 2">
            <a:extLst>
              <a:ext uri="{FF2B5EF4-FFF2-40B4-BE49-F238E27FC236}">
                <a16:creationId xmlns:a16="http://schemas.microsoft.com/office/drawing/2014/main" id="{55FF751E-8AE8-D73D-79DF-DCA1F28E34D0}"/>
              </a:ext>
            </a:extLst>
          </p:cNvPr>
          <p:cNvSpPr>
            <a:spLocks noGrp="1"/>
          </p:cNvSpPr>
          <p:nvPr>
            <p:ph type="dt" sz="half" idx="10"/>
          </p:nvPr>
        </p:nvSpPr>
        <p:spPr/>
        <p:txBody>
          <a:bodyPr/>
          <a:lstStyle/>
          <a:p>
            <a:fld id="{BF295F7E-B3E7-479D-BCAA-B4AA8AB360BC}" type="datetimeFigureOut">
              <a:rPr lang="en-AU" smtClean="0"/>
              <a:t>12/09/2026</a:t>
            </a:fld>
            <a:endParaRPr lang="en-AU"/>
          </a:p>
        </p:txBody>
      </p:sp>
      <p:sp>
        <p:nvSpPr>
          <p:cNvPr id="4" name="Footer Placeholder 3">
            <a:extLst>
              <a:ext uri="{FF2B5EF4-FFF2-40B4-BE49-F238E27FC236}">
                <a16:creationId xmlns:a16="http://schemas.microsoft.com/office/drawing/2014/main" id="{E1D09FD0-5894-1074-8A3D-C1C1E17057C5}"/>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6F270BDC-B272-4092-13DC-5B7A0913175A}"/>
              </a:ext>
            </a:extLst>
          </p:cNvPr>
          <p:cNvSpPr>
            <a:spLocks noGrp="1"/>
          </p:cNvSpPr>
          <p:nvPr>
            <p:ph type="sldNum" sz="quarter" idx="12"/>
          </p:nvPr>
        </p:nvSpPr>
        <p:spPr/>
        <p:txBody>
          <a:bodyPr/>
          <a:lstStyle/>
          <a:p>
            <a:fld id="{481194BC-205B-40C0-BE21-3F3833B3F952}" type="slidenum">
              <a:rPr lang="en-AU" smtClean="0"/>
              <a:t>‹#›</a:t>
            </a:fld>
            <a:endParaRPr lang="en-AU"/>
          </a:p>
        </p:txBody>
      </p:sp>
    </p:spTree>
    <p:extLst>
      <p:ext uri="{BB962C8B-B14F-4D97-AF65-F5344CB8AC3E}">
        <p14:creationId xmlns:p14="http://schemas.microsoft.com/office/powerpoint/2010/main" val="16653333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1ED47FE-01F8-D069-F1AF-3784B0555C2F}"/>
              </a:ext>
            </a:extLst>
          </p:cNvPr>
          <p:cNvSpPr>
            <a:spLocks noGrp="1"/>
          </p:cNvSpPr>
          <p:nvPr>
            <p:ph type="dt" sz="half" idx="10"/>
          </p:nvPr>
        </p:nvSpPr>
        <p:spPr/>
        <p:txBody>
          <a:bodyPr/>
          <a:lstStyle/>
          <a:p>
            <a:fld id="{BF295F7E-B3E7-479D-BCAA-B4AA8AB360BC}" type="datetimeFigureOut">
              <a:rPr lang="en-AU" smtClean="0"/>
              <a:t>12/09/2026</a:t>
            </a:fld>
            <a:endParaRPr lang="en-AU"/>
          </a:p>
        </p:txBody>
      </p:sp>
      <p:sp>
        <p:nvSpPr>
          <p:cNvPr id="3" name="Footer Placeholder 2">
            <a:extLst>
              <a:ext uri="{FF2B5EF4-FFF2-40B4-BE49-F238E27FC236}">
                <a16:creationId xmlns:a16="http://schemas.microsoft.com/office/drawing/2014/main" id="{21C097E4-83F7-5D6E-AD0F-5E52DE9652CD}"/>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7993753C-E115-53B8-09CF-AB9DD4FB38A2}"/>
              </a:ext>
            </a:extLst>
          </p:cNvPr>
          <p:cNvSpPr>
            <a:spLocks noGrp="1"/>
          </p:cNvSpPr>
          <p:nvPr>
            <p:ph type="sldNum" sz="quarter" idx="12"/>
          </p:nvPr>
        </p:nvSpPr>
        <p:spPr/>
        <p:txBody>
          <a:bodyPr/>
          <a:lstStyle/>
          <a:p>
            <a:fld id="{481194BC-205B-40C0-BE21-3F3833B3F952}" type="slidenum">
              <a:rPr lang="en-AU" smtClean="0"/>
              <a:t>‹#›</a:t>
            </a:fld>
            <a:endParaRPr lang="en-AU"/>
          </a:p>
        </p:txBody>
      </p:sp>
    </p:spTree>
    <p:extLst>
      <p:ext uri="{BB962C8B-B14F-4D97-AF65-F5344CB8AC3E}">
        <p14:creationId xmlns:p14="http://schemas.microsoft.com/office/powerpoint/2010/main" val="28999884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0C5471-B4E1-D09B-2176-1F2F8BE56D2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AU"/>
          </a:p>
        </p:txBody>
      </p:sp>
      <p:sp>
        <p:nvSpPr>
          <p:cNvPr id="3" name="Content Placeholder 2">
            <a:extLst>
              <a:ext uri="{FF2B5EF4-FFF2-40B4-BE49-F238E27FC236}">
                <a16:creationId xmlns:a16="http://schemas.microsoft.com/office/drawing/2014/main" id="{8CFC8EAA-13CB-D600-6632-636DC341903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Text Placeholder 3">
            <a:extLst>
              <a:ext uri="{FF2B5EF4-FFF2-40B4-BE49-F238E27FC236}">
                <a16:creationId xmlns:a16="http://schemas.microsoft.com/office/drawing/2014/main" id="{060F3C55-2275-C2E6-8387-842F77B9EE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9CD17E1-0F39-45E0-0505-EA057F1C524C}"/>
              </a:ext>
            </a:extLst>
          </p:cNvPr>
          <p:cNvSpPr>
            <a:spLocks noGrp="1"/>
          </p:cNvSpPr>
          <p:nvPr>
            <p:ph type="dt" sz="half" idx="10"/>
          </p:nvPr>
        </p:nvSpPr>
        <p:spPr/>
        <p:txBody>
          <a:bodyPr/>
          <a:lstStyle/>
          <a:p>
            <a:fld id="{BF295F7E-B3E7-479D-BCAA-B4AA8AB360BC}" type="datetimeFigureOut">
              <a:rPr lang="en-AU" smtClean="0"/>
              <a:t>12/09/2026</a:t>
            </a:fld>
            <a:endParaRPr lang="en-AU"/>
          </a:p>
        </p:txBody>
      </p:sp>
      <p:sp>
        <p:nvSpPr>
          <p:cNvPr id="6" name="Footer Placeholder 5">
            <a:extLst>
              <a:ext uri="{FF2B5EF4-FFF2-40B4-BE49-F238E27FC236}">
                <a16:creationId xmlns:a16="http://schemas.microsoft.com/office/drawing/2014/main" id="{FA64A31F-2233-BBE0-36C2-D1DB4032E476}"/>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A4AF6951-8F42-DAB1-F040-2FE75DFF5DBF}"/>
              </a:ext>
            </a:extLst>
          </p:cNvPr>
          <p:cNvSpPr>
            <a:spLocks noGrp="1"/>
          </p:cNvSpPr>
          <p:nvPr>
            <p:ph type="sldNum" sz="quarter" idx="12"/>
          </p:nvPr>
        </p:nvSpPr>
        <p:spPr/>
        <p:txBody>
          <a:bodyPr/>
          <a:lstStyle/>
          <a:p>
            <a:fld id="{481194BC-205B-40C0-BE21-3F3833B3F952}" type="slidenum">
              <a:rPr lang="en-AU" smtClean="0"/>
              <a:t>‹#›</a:t>
            </a:fld>
            <a:endParaRPr lang="en-AU"/>
          </a:p>
        </p:txBody>
      </p:sp>
    </p:spTree>
    <p:extLst>
      <p:ext uri="{BB962C8B-B14F-4D97-AF65-F5344CB8AC3E}">
        <p14:creationId xmlns:p14="http://schemas.microsoft.com/office/powerpoint/2010/main" val="3054082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CE5F6-9C9D-A897-BA58-25FC6E6429D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AU"/>
          </a:p>
        </p:txBody>
      </p:sp>
      <p:sp>
        <p:nvSpPr>
          <p:cNvPr id="3" name="Picture Placeholder 2">
            <a:extLst>
              <a:ext uri="{FF2B5EF4-FFF2-40B4-BE49-F238E27FC236}">
                <a16:creationId xmlns:a16="http://schemas.microsoft.com/office/drawing/2014/main" id="{43EEF103-8163-27DF-B6A7-8F5FA22146E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2E14B261-F818-9E20-28EF-19F7563395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57601FCF-C1E3-ED2C-50DD-88D79ACBDFBF}"/>
              </a:ext>
            </a:extLst>
          </p:cNvPr>
          <p:cNvSpPr>
            <a:spLocks noGrp="1"/>
          </p:cNvSpPr>
          <p:nvPr>
            <p:ph type="dt" sz="half" idx="10"/>
          </p:nvPr>
        </p:nvSpPr>
        <p:spPr/>
        <p:txBody>
          <a:bodyPr/>
          <a:lstStyle/>
          <a:p>
            <a:fld id="{BF295F7E-B3E7-479D-BCAA-B4AA8AB360BC}" type="datetimeFigureOut">
              <a:rPr lang="en-AU" smtClean="0"/>
              <a:t>12/09/2026</a:t>
            </a:fld>
            <a:endParaRPr lang="en-AU"/>
          </a:p>
        </p:txBody>
      </p:sp>
      <p:sp>
        <p:nvSpPr>
          <p:cNvPr id="6" name="Footer Placeholder 5">
            <a:extLst>
              <a:ext uri="{FF2B5EF4-FFF2-40B4-BE49-F238E27FC236}">
                <a16:creationId xmlns:a16="http://schemas.microsoft.com/office/drawing/2014/main" id="{91DD0C6E-4252-9E7A-4458-CB3CAF5AB412}"/>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7D4A4728-00DF-EF17-4DB1-8D18A51D28A9}"/>
              </a:ext>
            </a:extLst>
          </p:cNvPr>
          <p:cNvSpPr>
            <a:spLocks noGrp="1"/>
          </p:cNvSpPr>
          <p:nvPr>
            <p:ph type="sldNum" sz="quarter" idx="12"/>
          </p:nvPr>
        </p:nvSpPr>
        <p:spPr/>
        <p:txBody>
          <a:bodyPr/>
          <a:lstStyle/>
          <a:p>
            <a:fld id="{481194BC-205B-40C0-BE21-3F3833B3F952}" type="slidenum">
              <a:rPr lang="en-AU" smtClean="0"/>
              <a:t>‹#›</a:t>
            </a:fld>
            <a:endParaRPr lang="en-AU"/>
          </a:p>
        </p:txBody>
      </p:sp>
    </p:spTree>
    <p:extLst>
      <p:ext uri="{BB962C8B-B14F-4D97-AF65-F5344CB8AC3E}">
        <p14:creationId xmlns:p14="http://schemas.microsoft.com/office/powerpoint/2010/main" val="11624671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0E03AC-4B64-3E8B-A857-AB67310C5D3B}"/>
              </a:ext>
            </a:extLst>
          </p:cNvPr>
          <p:cNvSpPr>
            <a:spLocks noGrp="1"/>
          </p:cNvSpPr>
          <p:nvPr>
            <p:ph type="title"/>
          </p:nvPr>
        </p:nvSpPr>
        <p:spPr/>
        <p:txBody>
          <a:bodyPr/>
          <a:lstStyle/>
          <a:p>
            <a:r>
              <a:rPr lang="en-GB"/>
              <a:t>Click to edit Master title style</a:t>
            </a:r>
            <a:endParaRPr lang="en-AU"/>
          </a:p>
        </p:txBody>
      </p:sp>
      <p:sp>
        <p:nvSpPr>
          <p:cNvPr id="3" name="Vertical Text Placeholder 2">
            <a:extLst>
              <a:ext uri="{FF2B5EF4-FFF2-40B4-BE49-F238E27FC236}">
                <a16:creationId xmlns:a16="http://schemas.microsoft.com/office/drawing/2014/main" id="{0AFAF860-DCB6-D7F9-BB23-0C2EB03E9AF1}"/>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Date Placeholder 3">
            <a:extLst>
              <a:ext uri="{FF2B5EF4-FFF2-40B4-BE49-F238E27FC236}">
                <a16:creationId xmlns:a16="http://schemas.microsoft.com/office/drawing/2014/main" id="{5F9D41EB-A1D4-7112-3965-9CC2D85A85CD}"/>
              </a:ext>
            </a:extLst>
          </p:cNvPr>
          <p:cNvSpPr>
            <a:spLocks noGrp="1"/>
          </p:cNvSpPr>
          <p:nvPr>
            <p:ph type="dt" sz="half" idx="10"/>
          </p:nvPr>
        </p:nvSpPr>
        <p:spPr/>
        <p:txBody>
          <a:bodyPr/>
          <a:lstStyle/>
          <a:p>
            <a:fld id="{BF295F7E-B3E7-479D-BCAA-B4AA8AB360BC}" type="datetimeFigureOut">
              <a:rPr lang="en-AU" smtClean="0"/>
              <a:t>12/09/2026</a:t>
            </a:fld>
            <a:endParaRPr lang="en-AU"/>
          </a:p>
        </p:txBody>
      </p:sp>
      <p:sp>
        <p:nvSpPr>
          <p:cNvPr id="5" name="Footer Placeholder 4">
            <a:extLst>
              <a:ext uri="{FF2B5EF4-FFF2-40B4-BE49-F238E27FC236}">
                <a16:creationId xmlns:a16="http://schemas.microsoft.com/office/drawing/2014/main" id="{998A1462-5774-A0AC-1998-8BE8845095E2}"/>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0B058FA6-0349-0ABB-DC1F-87DF353D36CB}"/>
              </a:ext>
            </a:extLst>
          </p:cNvPr>
          <p:cNvSpPr>
            <a:spLocks noGrp="1"/>
          </p:cNvSpPr>
          <p:nvPr>
            <p:ph type="sldNum" sz="quarter" idx="12"/>
          </p:nvPr>
        </p:nvSpPr>
        <p:spPr/>
        <p:txBody>
          <a:bodyPr/>
          <a:lstStyle/>
          <a:p>
            <a:fld id="{481194BC-205B-40C0-BE21-3F3833B3F952}" type="slidenum">
              <a:rPr lang="en-AU" smtClean="0"/>
              <a:t>‹#›</a:t>
            </a:fld>
            <a:endParaRPr lang="en-AU"/>
          </a:p>
        </p:txBody>
      </p:sp>
    </p:spTree>
    <p:extLst>
      <p:ext uri="{BB962C8B-B14F-4D97-AF65-F5344CB8AC3E}">
        <p14:creationId xmlns:p14="http://schemas.microsoft.com/office/powerpoint/2010/main" val="13435550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174461F-0527-1952-D203-E6CF994C7E52}"/>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AU"/>
          </a:p>
        </p:txBody>
      </p:sp>
      <p:sp>
        <p:nvSpPr>
          <p:cNvPr id="3" name="Vertical Text Placeholder 2">
            <a:extLst>
              <a:ext uri="{FF2B5EF4-FFF2-40B4-BE49-F238E27FC236}">
                <a16:creationId xmlns:a16="http://schemas.microsoft.com/office/drawing/2014/main" id="{81114908-4BB2-116B-86C3-4495A762FF1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Date Placeholder 3">
            <a:extLst>
              <a:ext uri="{FF2B5EF4-FFF2-40B4-BE49-F238E27FC236}">
                <a16:creationId xmlns:a16="http://schemas.microsoft.com/office/drawing/2014/main" id="{C96A1101-1A97-9227-3CF5-DB4D49CF6D5E}"/>
              </a:ext>
            </a:extLst>
          </p:cNvPr>
          <p:cNvSpPr>
            <a:spLocks noGrp="1"/>
          </p:cNvSpPr>
          <p:nvPr>
            <p:ph type="dt" sz="half" idx="10"/>
          </p:nvPr>
        </p:nvSpPr>
        <p:spPr/>
        <p:txBody>
          <a:bodyPr/>
          <a:lstStyle/>
          <a:p>
            <a:fld id="{BF295F7E-B3E7-479D-BCAA-B4AA8AB360BC}" type="datetimeFigureOut">
              <a:rPr lang="en-AU" smtClean="0"/>
              <a:t>12/09/2026</a:t>
            </a:fld>
            <a:endParaRPr lang="en-AU"/>
          </a:p>
        </p:txBody>
      </p:sp>
      <p:sp>
        <p:nvSpPr>
          <p:cNvPr id="5" name="Footer Placeholder 4">
            <a:extLst>
              <a:ext uri="{FF2B5EF4-FFF2-40B4-BE49-F238E27FC236}">
                <a16:creationId xmlns:a16="http://schemas.microsoft.com/office/drawing/2014/main" id="{0B042FF1-AAA2-4C9D-EECA-2C9EB708C75C}"/>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5582D80F-D664-EF93-2D1A-185D295590C6}"/>
              </a:ext>
            </a:extLst>
          </p:cNvPr>
          <p:cNvSpPr>
            <a:spLocks noGrp="1"/>
          </p:cNvSpPr>
          <p:nvPr>
            <p:ph type="sldNum" sz="quarter" idx="12"/>
          </p:nvPr>
        </p:nvSpPr>
        <p:spPr/>
        <p:txBody>
          <a:bodyPr/>
          <a:lstStyle/>
          <a:p>
            <a:fld id="{481194BC-205B-40C0-BE21-3F3833B3F952}" type="slidenum">
              <a:rPr lang="en-AU" smtClean="0"/>
              <a:t>‹#›</a:t>
            </a:fld>
            <a:endParaRPr lang="en-AU"/>
          </a:p>
        </p:txBody>
      </p:sp>
    </p:spTree>
    <p:extLst>
      <p:ext uri="{BB962C8B-B14F-4D97-AF65-F5344CB8AC3E}">
        <p14:creationId xmlns:p14="http://schemas.microsoft.com/office/powerpoint/2010/main" val="10463630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562D177-3423-21D4-7E1A-5D88D56078C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AU"/>
          </a:p>
        </p:txBody>
      </p:sp>
      <p:sp>
        <p:nvSpPr>
          <p:cNvPr id="3" name="Text Placeholder 2">
            <a:extLst>
              <a:ext uri="{FF2B5EF4-FFF2-40B4-BE49-F238E27FC236}">
                <a16:creationId xmlns:a16="http://schemas.microsoft.com/office/drawing/2014/main" id="{744D49E3-F018-D513-EB9D-254B21E31DA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Date Placeholder 3">
            <a:extLst>
              <a:ext uri="{FF2B5EF4-FFF2-40B4-BE49-F238E27FC236}">
                <a16:creationId xmlns:a16="http://schemas.microsoft.com/office/drawing/2014/main" id="{B9B85A42-C7CE-06FE-820C-0B32D432CC9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F295F7E-B3E7-479D-BCAA-B4AA8AB360BC}" type="datetimeFigureOut">
              <a:rPr lang="en-AU" smtClean="0"/>
              <a:t>12/09/2026</a:t>
            </a:fld>
            <a:endParaRPr lang="en-AU"/>
          </a:p>
        </p:txBody>
      </p:sp>
      <p:sp>
        <p:nvSpPr>
          <p:cNvPr id="5" name="Footer Placeholder 4">
            <a:extLst>
              <a:ext uri="{FF2B5EF4-FFF2-40B4-BE49-F238E27FC236}">
                <a16:creationId xmlns:a16="http://schemas.microsoft.com/office/drawing/2014/main" id="{2B2B82D9-905A-D601-39D0-3B9BBDA284B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U"/>
          </a:p>
        </p:txBody>
      </p:sp>
      <p:sp>
        <p:nvSpPr>
          <p:cNvPr id="6" name="Slide Number Placeholder 5">
            <a:extLst>
              <a:ext uri="{FF2B5EF4-FFF2-40B4-BE49-F238E27FC236}">
                <a16:creationId xmlns:a16="http://schemas.microsoft.com/office/drawing/2014/main" id="{3C1DE714-6669-4E4F-47D2-4F3282C0965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81194BC-205B-40C0-BE21-3F3833B3F952}" type="slidenum">
              <a:rPr lang="en-AU" smtClean="0"/>
              <a:t>‹#›</a:t>
            </a:fld>
            <a:endParaRPr lang="en-AU"/>
          </a:p>
        </p:txBody>
      </p:sp>
    </p:spTree>
    <p:extLst>
      <p:ext uri="{BB962C8B-B14F-4D97-AF65-F5344CB8AC3E}">
        <p14:creationId xmlns:p14="http://schemas.microsoft.com/office/powerpoint/2010/main" val="28762253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4.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B340B6C1-04D3-F963-8669-707EB39CF0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3">
            <a:extLst>
              <a:ext uri="{FF2B5EF4-FFF2-40B4-BE49-F238E27FC236}">
                <a16:creationId xmlns:a16="http://schemas.microsoft.com/office/drawing/2014/main" id="{1049294C-4788-D688-96CF-8409808DD4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6745" y="640080"/>
            <a:ext cx="10920415" cy="5577818"/>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C05FDE4A-EB92-FF3E-50F9-6BC0C7F26C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8024" y="960109"/>
            <a:ext cx="10277856" cy="49377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36881B3-5A17-0163-1319-013D012496EA}"/>
              </a:ext>
            </a:extLst>
          </p:cNvPr>
          <p:cNvSpPr>
            <a:spLocks noGrp="1"/>
          </p:cNvSpPr>
          <p:nvPr>
            <p:ph type="ctrTitle"/>
          </p:nvPr>
        </p:nvSpPr>
        <p:spPr>
          <a:xfrm>
            <a:off x="1471084" y="1376363"/>
            <a:ext cx="9144000" cy="2387600"/>
          </a:xfrm>
        </p:spPr>
        <p:txBody>
          <a:bodyPr/>
          <a:lstStyle/>
          <a:p>
            <a:r>
              <a:rPr lang="en-AU"/>
              <a:t>Sprint 1 Playback</a:t>
            </a:r>
          </a:p>
        </p:txBody>
      </p:sp>
      <p:sp>
        <p:nvSpPr>
          <p:cNvPr id="3" name="Subtitle 2">
            <a:extLst>
              <a:ext uri="{FF2B5EF4-FFF2-40B4-BE49-F238E27FC236}">
                <a16:creationId xmlns:a16="http://schemas.microsoft.com/office/drawing/2014/main" id="{45CD2B5A-576B-F46D-4543-87CDAC2C6B4A}"/>
              </a:ext>
            </a:extLst>
          </p:cNvPr>
          <p:cNvSpPr>
            <a:spLocks noGrp="1"/>
          </p:cNvSpPr>
          <p:nvPr>
            <p:ph type="subTitle" idx="1"/>
          </p:nvPr>
        </p:nvSpPr>
        <p:spPr>
          <a:xfrm>
            <a:off x="1471084" y="3856038"/>
            <a:ext cx="9144000" cy="1655762"/>
          </a:xfrm>
        </p:spPr>
        <p:txBody>
          <a:bodyPr/>
          <a:lstStyle/>
          <a:p>
            <a:r>
              <a:rPr lang="en-AU"/>
              <a:t>Grand Prix Ecosystem Operations – Team 2</a:t>
            </a:r>
          </a:p>
        </p:txBody>
      </p:sp>
    </p:spTree>
    <p:extLst>
      <p:ext uri="{BB962C8B-B14F-4D97-AF65-F5344CB8AC3E}">
        <p14:creationId xmlns:p14="http://schemas.microsoft.com/office/powerpoint/2010/main" val="25274349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1739CA5-F0F5-48E1-8E8C-F24B71827E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ounded Rectangle 3">
            <a:extLst>
              <a:ext uri="{FF2B5EF4-FFF2-40B4-BE49-F238E27FC236}">
                <a16:creationId xmlns:a16="http://schemas.microsoft.com/office/drawing/2014/main" id="{3EAD2937-F230-41D4-B9C5-975B129BFC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6745" y="640080"/>
            <a:ext cx="10920415" cy="5577818"/>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CCD444A3-C338-4886-B7F1-4BA2AF46EB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8024" y="960109"/>
            <a:ext cx="10277856" cy="49377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2026F6A-3E3E-16A2-42D9-996B936D142C}"/>
              </a:ext>
            </a:extLst>
          </p:cNvPr>
          <p:cNvSpPr>
            <a:spLocks noGrp="1"/>
          </p:cNvSpPr>
          <p:nvPr>
            <p:ph type="title"/>
          </p:nvPr>
        </p:nvSpPr>
        <p:spPr>
          <a:xfrm>
            <a:off x="1611406" y="1338908"/>
            <a:ext cx="9357865" cy="1041901"/>
          </a:xfrm>
        </p:spPr>
        <p:txBody>
          <a:bodyPr>
            <a:normAutofit/>
          </a:bodyPr>
          <a:lstStyle/>
          <a:p>
            <a:r>
              <a:rPr lang="en-AU" sz="4000"/>
              <a:t>Project Overview</a:t>
            </a:r>
          </a:p>
        </p:txBody>
      </p:sp>
      <p:sp>
        <p:nvSpPr>
          <p:cNvPr id="7" name="Rectangle: Rounded Corners 6">
            <a:extLst>
              <a:ext uri="{FF2B5EF4-FFF2-40B4-BE49-F238E27FC236}">
                <a16:creationId xmlns:a16="http://schemas.microsoft.com/office/drawing/2014/main" id="{71F66366-9969-AA66-BAAD-4D5C228B9962}"/>
              </a:ext>
            </a:extLst>
          </p:cNvPr>
          <p:cNvSpPr/>
          <p:nvPr/>
        </p:nvSpPr>
        <p:spPr>
          <a:xfrm>
            <a:off x="1483346" y="2709478"/>
            <a:ext cx="4482354" cy="2696883"/>
          </a:xfrm>
          <a:prstGeom prst="roundRect">
            <a:avLst/>
          </a:prstGeom>
          <a:solidFill>
            <a:schemeClr val="accent5">
              <a:lumMod val="20000"/>
              <a:lumOff val="80000"/>
            </a:schemeClr>
          </a:solidFill>
          <a:ln>
            <a:solidFill>
              <a:schemeClr val="accent5"/>
            </a:solidFill>
          </a:ln>
        </p:spPr>
        <p:style>
          <a:lnRef idx="2">
            <a:schemeClr val="accent5"/>
          </a:lnRef>
          <a:fillRef idx="1">
            <a:schemeClr val="lt1"/>
          </a:fillRef>
          <a:effectRef idx="0">
            <a:schemeClr val="accent5"/>
          </a:effectRef>
          <a:fontRef idx="minor">
            <a:schemeClr val="dk1"/>
          </a:fontRef>
        </p:style>
        <p:txBody>
          <a:bodyPr lIns="91440" tIns="45720" rIns="91440" bIns="45720" rtlCol="0" anchor="ctr"/>
          <a:lstStyle/>
          <a:p>
            <a:pPr algn="ctr">
              <a:lnSpc>
                <a:spcPct val="90000"/>
              </a:lnSpc>
              <a:spcBef>
                <a:spcPts val="1000"/>
              </a:spcBef>
            </a:pPr>
            <a:r>
              <a:rPr lang="en-AU" sz="1600" b="1"/>
              <a:t>Problem / Scope</a:t>
            </a:r>
            <a:endParaRPr lang="en-US" sz="1600"/>
          </a:p>
          <a:p>
            <a:pPr algn="ctr">
              <a:lnSpc>
                <a:spcPct val="90000"/>
              </a:lnSpc>
              <a:spcBef>
                <a:spcPts val="1000"/>
              </a:spcBef>
            </a:pPr>
            <a:endParaRPr lang="en-AU" sz="600"/>
          </a:p>
          <a:p>
            <a:pPr marL="285750" indent="-285750">
              <a:lnSpc>
                <a:spcPct val="90000"/>
              </a:lnSpc>
              <a:spcBef>
                <a:spcPts val="1000"/>
              </a:spcBef>
              <a:buFont typeface="Arial"/>
              <a:buChar char="•"/>
            </a:pPr>
            <a:r>
              <a:rPr lang="en-AU" sz="1600">
                <a:latin typeface="Bradley Hand ITC"/>
              </a:rPr>
              <a:t>Information quality</a:t>
            </a:r>
          </a:p>
          <a:p>
            <a:pPr marL="285750" indent="-285750">
              <a:lnSpc>
                <a:spcPct val="90000"/>
              </a:lnSpc>
              <a:spcBef>
                <a:spcPts val="1000"/>
              </a:spcBef>
              <a:buFont typeface="Arial"/>
              <a:buChar char="•"/>
            </a:pPr>
            <a:r>
              <a:rPr lang="en-AU" sz="1600">
                <a:latin typeface="Bradley Hand ITC"/>
              </a:rPr>
              <a:t>Ambiguity</a:t>
            </a:r>
            <a:endParaRPr lang="en-US" sz="1600">
              <a:latin typeface="Bradley Hand ITC"/>
            </a:endParaRPr>
          </a:p>
          <a:p>
            <a:pPr marL="285750" indent="-285750">
              <a:lnSpc>
                <a:spcPct val="90000"/>
              </a:lnSpc>
              <a:spcBef>
                <a:spcPts val="1000"/>
              </a:spcBef>
              <a:buFont typeface="Arial"/>
              <a:buChar char="•"/>
            </a:pPr>
            <a:r>
              <a:rPr lang="en-AU" sz="1600">
                <a:latin typeface="Bradley Hand ITC"/>
              </a:rPr>
              <a:t>Clarification overhead</a:t>
            </a:r>
            <a:endParaRPr lang="en-US" sz="1600">
              <a:latin typeface="Bradley Hand ITC"/>
            </a:endParaRPr>
          </a:p>
          <a:p>
            <a:pPr marL="285750" indent="-285750">
              <a:lnSpc>
                <a:spcPct val="90000"/>
              </a:lnSpc>
              <a:spcBef>
                <a:spcPts val="1000"/>
              </a:spcBef>
              <a:buFont typeface="Arial"/>
              <a:buChar char="•"/>
            </a:pPr>
            <a:r>
              <a:rPr lang="en-AU" sz="1600">
                <a:latin typeface="Bradley Hand ITC"/>
              </a:rPr>
              <a:t>Unguided user experience</a:t>
            </a:r>
          </a:p>
          <a:p>
            <a:pPr marL="285750" indent="-285750">
              <a:lnSpc>
                <a:spcPct val="90000"/>
              </a:lnSpc>
              <a:spcBef>
                <a:spcPts val="1000"/>
              </a:spcBef>
              <a:buFont typeface="Arial"/>
              <a:buChar char="•"/>
            </a:pPr>
            <a:r>
              <a:rPr lang="en-AU" sz="1600">
                <a:latin typeface="Bradley Hand ITC"/>
              </a:rPr>
              <a:t>Poor data visualisation</a:t>
            </a:r>
          </a:p>
        </p:txBody>
      </p:sp>
      <p:sp>
        <p:nvSpPr>
          <p:cNvPr id="8" name="Rectangle: Rounded Corners 7">
            <a:extLst>
              <a:ext uri="{FF2B5EF4-FFF2-40B4-BE49-F238E27FC236}">
                <a16:creationId xmlns:a16="http://schemas.microsoft.com/office/drawing/2014/main" id="{61FDA14C-FAAA-CCFF-D45E-3A8CF105F3D0}"/>
              </a:ext>
            </a:extLst>
          </p:cNvPr>
          <p:cNvSpPr/>
          <p:nvPr/>
        </p:nvSpPr>
        <p:spPr>
          <a:xfrm>
            <a:off x="6290234" y="2708087"/>
            <a:ext cx="4482354" cy="2696883"/>
          </a:xfrm>
          <a:prstGeom prst="roundRect">
            <a:avLst/>
          </a:prstGeom>
          <a:solidFill>
            <a:schemeClr val="accent1">
              <a:lumMod val="20000"/>
              <a:lumOff val="80000"/>
            </a:schemeClr>
          </a:solidFill>
          <a:ln>
            <a:solidFill>
              <a:schemeClr val="accent1"/>
            </a:solidFill>
          </a:ln>
        </p:spPr>
        <p:style>
          <a:lnRef idx="2">
            <a:schemeClr val="accent5"/>
          </a:lnRef>
          <a:fillRef idx="1">
            <a:schemeClr val="lt1"/>
          </a:fillRef>
          <a:effectRef idx="0">
            <a:schemeClr val="accent5"/>
          </a:effectRef>
          <a:fontRef idx="minor">
            <a:schemeClr val="dk1"/>
          </a:fontRef>
        </p:style>
        <p:txBody>
          <a:bodyPr lIns="91440" tIns="45720" rIns="91440" bIns="45720" rtlCol="0" anchor="ctr"/>
          <a:lstStyle/>
          <a:p>
            <a:pPr algn="ctr">
              <a:lnSpc>
                <a:spcPct val="90000"/>
              </a:lnSpc>
              <a:spcBef>
                <a:spcPts val="1000"/>
              </a:spcBef>
            </a:pPr>
            <a:r>
              <a:rPr lang="en-AU" sz="1600" b="1"/>
              <a:t>Current Workflow</a:t>
            </a:r>
            <a:endParaRPr lang="en-US" sz="1600"/>
          </a:p>
          <a:p>
            <a:pPr algn="ctr">
              <a:lnSpc>
                <a:spcPct val="90000"/>
              </a:lnSpc>
              <a:spcBef>
                <a:spcPts val="1000"/>
              </a:spcBef>
            </a:pPr>
            <a:endParaRPr lang="en-AU" sz="600" b="1">
              <a:latin typeface="Aptos"/>
            </a:endParaRPr>
          </a:p>
          <a:p>
            <a:pPr algn="ctr">
              <a:lnSpc>
                <a:spcPct val="90000"/>
              </a:lnSpc>
              <a:spcBef>
                <a:spcPts val="1000"/>
              </a:spcBef>
            </a:pPr>
            <a:r>
              <a:rPr lang="en-AU" sz="1600">
                <a:latin typeface="Bradley Hand ITC"/>
              </a:rPr>
              <a:t>Monday.com form </a:t>
            </a:r>
            <a:endParaRPr lang="en-US" sz="1600">
              <a:latin typeface="Bradley Hand ITC"/>
            </a:endParaRPr>
          </a:p>
          <a:p>
            <a:pPr algn="ctr">
              <a:lnSpc>
                <a:spcPct val="90000"/>
              </a:lnSpc>
              <a:spcBef>
                <a:spcPts val="1000"/>
              </a:spcBef>
            </a:pPr>
            <a:r>
              <a:rPr lang="en-AU" sz="1600">
                <a:latin typeface="Bradley Hand ITC"/>
              </a:rPr>
              <a:t>↓</a:t>
            </a:r>
            <a:endParaRPr lang="en-US" sz="1600">
              <a:latin typeface="Bradley Hand ITC"/>
            </a:endParaRPr>
          </a:p>
          <a:p>
            <a:pPr algn="ctr">
              <a:lnSpc>
                <a:spcPct val="90000"/>
              </a:lnSpc>
              <a:spcBef>
                <a:spcPts val="1000"/>
              </a:spcBef>
            </a:pPr>
            <a:r>
              <a:rPr lang="en-AU" sz="1600">
                <a:latin typeface="Bradley Hand ITC"/>
              </a:rPr>
              <a:t>Event vendor enters networking requirements </a:t>
            </a:r>
            <a:endParaRPr lang="en-US" sz="1600">
              <a:latin typeface="Bradley Hand ITC"/>
            </a:endParaRPr>
          </a:p>
          <a:p>
            <a:pPr algn="ctr">
              <a:lnSpc>
                <a:spcPct val="90000"/>
              </a:lnSpc>
              <a:spcBef>
                <a:spcPts val="1000"/>
              </a:spcBef>
            </a:pPr>
            <a:r>
              <a:rPr lang="en-AU" sz="1600">
                <a:latin typeface="Bradley Hand ITC"/>
              </a:rPr>
              <a:t>↓</a:t>
            </a:r>
            <a:endParaRPr lang="en-US" sz="1600">
              <a:latin typeface="Bradley Hand ITC"/>
            </a:endParaRPr>
          </a:p>
          <a:p>
            <a:pPr algn="ctr">
              <a:lnSpc>
                <a:spcPct val="90000"/>
              </a:lnSpc>
              <a:spcBef>
                <a:spcPts val="1000"/>
              </a:spcBef>
            </a:pPr>
            <a:r>
              <a:rPr lang="en-AU" sz="1600">
                <a:latin typeface="Bradley Hand ITC"/>
              </a:rPr>
              <a:t>Client receives spreadsheet-style data </a:t>
            </a:r>
            <a:endParaRPr lang="en-US" sz="1600">
              <a:latin typeface="Bradley Hand ITC"/>
            </a:endParaRPr>
          </a:p>
        </p:txBody>
      </p:sp>
    </p:spTree>
    <p:extLst>
      <p:ext uri="{BB962C8B-B14F-4D97-AF65-F5344CB8AC3E}">
        <p14:creationId xmlns:p14="http://schemas.microsoft.com/office/powerpoint/2010/main" val="18919142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8F40032-7EA7-4E9E-FBFE-7E18BAB11D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3">
            <a:extLst>
              <a:ext uri="{FF2B5EF4-FFF2-40B4-BE49-F238E27FC236}">
                <a16:creationId xmlns:a16="http://schemas.microsoft.com/office/drawing/2014/main" id="{0232EC96-B6C3-ACFF-2C84-39297400F4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6745" y="640080"/>
            <a:ext cx="10920415" cy="5577818"/>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D84EF44-E400-E66F-7036-B8962794CD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8024" y="960109"/>
            <a:ext cx="10277856" cy="49377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itle 1">
            <a:extLst>
              <a:ext uri="{FF2B5EF4-FFF2-40B4-BE49-F238E27FC236}">
                <a16:creationId xmlns:a16="http://schemas.microsoft.com/office/drawing/2014/main" id="{80D97416-2ACC-A7F3-817E-C35C787A12D1}"/>
              </a:ext>
            </a:extLst>
          </p:cNvPr>
          <p:cNvSpPr>
            <a:spLocks noGrp="1"/>
          </p:cNvSpPr>
          <p:nvPr>
            <p:ph type="title"/>
          </p:nvPr>
        </p:nvSpPr>
        <p:spPr>
          <a:xfrm>
            <a:off x="1674284" y="1053041"/>
            <a:ext cx="10515600" cy="1325563"/>
          </a:xfrm>
        </p:spPr>
        <p:txBody>
          <a:bodyPr/>
          <a:lstStyle/>
          <a:p>
            <a:r>
              <a:rPr lang="en-AU"/>
              <a:t>Original Plan</a:t>
            </a:r>
          </a:p>
        </p:txBody>
      </p:sp>
      <p:sp>
        <p:nvSpPr>
          <p:cNvPr id="14" name="Rectangle: Rounded Corners 13">
            <a:extLst>
              <a:ext uri="{FF2B5EF4-FFF2-40B4-BE49-F238E27FC236}">
                <a16:creationId xmlns:a16="http://schemas.microsoft.com/office/drawing/2014/main" id="{019EC29C-1280-4F7C-1293-FDCB591221A8}"/>
              </a:ext>
            </a:extLst>
          </p:cNvPr>
          <p:cNvSpPr/>
          <p:nvPr/>
        </p:nvSpPr>
        <p:spPr>
          <a:xfrm>
            <a:off x="1157921" y="2546214"/>
            <a:ext cx="2135094" cy="2490073"/>
          </a:xfrm>
          <a:prstGeom prst="roundRect">
            <a:avLst/>
          </a:prstGeom>
          <a:solidFill>
            <a:schemeClr val="accent5">
              <a:lumMod val="20000"/>
              <a:lumOff val="80000"/>
            </a:schemeClr>
          </a:solidFill>
          <a:ln>
            <a:solidFill>
              <a:schemeClr val="accent5"/>
            </a:solidFill>
          </a:ln>
        </p:spPr>
        <p:style>
          <a:lnRef idx="2">
            <a:schemeClr val="accent6"/>
          </a:lnRef>
          <a:fillRef idx="1">
            <a:schemeClr val="lt1"/>
          </a:fillRef>
          <a:effectRef idx="0">
            <a:schemeClr val="accent6"/>
          </a:effectRef>
          <a:fontRef idx="minor">
            <a:schemeClr val="dk1"/>
          </a:fontRef>
        </p:style>
        <p:txBody>
          <a:bodyPr lIns="91440" tIns="45720" rIns="91440" bIns="45720" rtlCol="0" anchor="ctr"/>
          <a:lstStyle/>
          <a:p>
            <a:pPr algn="ctr"/>
            <a:r>
              <a:rPr lang="en-AU" b="1"/>
              <a:t>Understand</a:t>
            </a:r>
            <a:endParaRPr lang="en-US"/>
          </a:p>
        </p:txBody>
      </p:sp>
      <p:sp>
        <p:nvSpPr>
          <p:cNvPr id="16" name="Rectangle: Rounded Corners 15">
            <a:extLst>
              <a:ext uri="{FF2B5EF4-FFF2-40B4-BE49-F238E27FC236}">
                <a16:creationId xmlns:a16="http://schemas.microsoft.com/office/drawing/2014/main" id="{2B0DB01F-03D2-8D4D-758B-230985BD7223}"/>
              </a:ext>
            </a:extLst>
          </p:cNvPr>
          <p:cNvSpPr/>
          <p:nvPr/>
        </p:nvSpPr>
        <p:spPr>
          <a:xfrm>
            <a:off x="3795116" y="2531863"/>
            <a:ext cx="2135094" cy="2509788"/>
          </a:xfrm>
          <a:prstGeom prst="roundRect">
            <a:avLst/>
          </a:prstGeom>
          <a:solidFill>
            <a:schemeClr val="accent1">
              <a:lumMod val="20000"/>
              <a:lumOff val="80000"/>
            </a:schemeClr>
          </a:solidFill>
          <a:ln>
            <a:solidFill>
              <a:schemeClr val="accent1"/>
            </a:solidFill>
          </a:ln>
        </p:spPr>
        <p:style>
          <a:lnRef idx="2">
            <a:schemeClr val="accent6"/>
          </a:lnRef>
          <a:fillRef idx="1">
            <a:schemeClr val="lt1"/>
          </a:fillRef>
          <a:effectRef idx="0">
            <a:schemeClr val="accent6"/>
          </a:effectRef>
          <a:fontRef idx="minor">
            <a:schemeClr val="dk1"/>
          </a:fontRef>
        </p:style>
        <p:txBody>
          <a:bodyPr lIns="91440" tIns="45720" rIns="91440" bIns="45720" rtlCol="0" anchor="ctr"/>
          <a:lstStyle/>
          <a:p>
            <a:pPr algn="ctr"/>
            <a:r>
              <a:rPr lang="en-AU" b="1"/>
              <a:t>Discover</a:t>
            </a:r>
            <a:endParaRPr lang="en-US"/>
          </a:p>
        </p:txBody>
      </p:sp>
      <p:sp>
        <p:nvSpPr>
          <p:cNvPr id="18" name="Rectangle: Rounded Corners 17">
            <a:extLst>
              <a:ext uri="{FF2B5EF4-FFF2-40B4-BE49-F238E27FC236}">
                <a16:creationId xmlns:a16="http://schemas.microsoft.com/office/drawing/2014/main" id="{A9427F60-0143-C2C0-48FA-CF2440108BEF}"/>
              </a:ext>
            </a:extLst>
          </p:cNvPr>
          <p:cNvSpPr/>
          <p:nvPr/>
        </p:nvSpPr>
        <p:spPr>
          <a:xfrm>
            <a:off x="6381740" y="2531862"/>
            <a:ext cx="2135094" cy="2507794"/>
          </a:xfrm>
          <a:prstGeom prst="roundRect">
            <a:avLst/>
          </a:prstGeom>
          <a:solidFill>
            <a:schemeClr val="accent2">
              <a:lumMod val="20000"/>
              <a:lumOff val="80000"/>
            </a:schemeClr>
          </a:solidFill>
          <a:ln>
            <a:solidFill>
              <a:schemeClr val="accent2"/>
            </a:solidFill>
          </a:ln>
        </p:spPr>
        <p:style>
          <a:lnRef idx="2">
            <a:schemeClr val="accent6"/>
          </a:lnRef>
          <a:fillRef idx="1">
            <a:schemeClr val="lt1"/>
          </a:fillRef>
          <a:effectRef idx="0">
            <a:schemeClr val="accent6"/>
          </a:effectRef>
          <a:fontRef idx="minor">
            <a:schemeClr val="dk1"/>
          </a:fontRef>
        </p:style>
        <p:txBody>
          <a:bodyPr lIns="91440" tIns="45720" rIns="91440" bIns="45720" rtlCol="0" anchor="ctr"/>
          <a:lstStyle/>
          <a:p>
            <a:pPr algn="ctr"/>
            <a:r>
              <a:rPr lang="en-AU" b="1"/>
              <a:t>Explore</a:t>
            </a:r>
            <a:endParaRPr lang="en-US"/>
          </a:p>
        </p:txBody>
      </p:sp>
      <p:sp>
        <p:nvSpPr>
          <p:cNvPr id="20" name="Rectangle: Rounded Corners 19">
            <a:extLst>
              <a:ext uri="{FF2B5EF4-FFF2-40B4-BE49-F238E27FC236}">
                <a16:creationId xmlns:a16="http://schemas.microsoft.com/office/drawing/2014/main" id="{203DDACC-22C1-08D0-238E-E1DD66539997}"/>
              </a:ext>
            </a:extLst>
          </p:cNvPr>
          <p:cNvSpPr/>
          <p:nvPr/>
        </p:nvSpPr>
        <p:spPr>
          <a:xfrm>
            <a:off x="8926031" y="2542445"/>
            <a:ext cx="2135094" cy="2492068"/>
          </a:xfrm>
          <a:prstGeom prst="roundRect">
            <a:avLst/>
          </a:prstGeom>
          <a:solidFill>
            <a:schemeClr val="accent6">
              <a:lumMod val="20000"/>
              <a:lumOff val="80000"/>
            </a:schemeClr>
          </a:solidFill>
          <a:ln>
            <a:solidFill>
              <a:schemeClr val="accent6"/>
            </a:solidFill>
          </a:ln>
        </p:spPr>
        <p:style>
          <a:lnRef idx="2">
            <a:schemeClr val="accent6"/>
          </a:lnRef>
          <a:fillRef idx="1">
            <a:schemeClr val="lt1"/>
          </a:fillRef>
          <a:effectRef idx="0">
            <a:schemeClr val="accent6"/>
          </a:effectRef>
          <a:fontRef idx="minor">
            <a:schemeClr val="dk1"/>
          </a:fontRef>
        </p:style>
        <p:txBody>
          <a:bodyPr lIns="91440" tIns="45720" rIns="91440" bIns="45720" rtlCol="0" anchor="ctr"/>
          <a:lstStyle/>
          <a:p>
            <a:pPr algn="ctr"/>
            <a:r>
              <a:rPr lang="en-AU" b="1"/>
              <a:t>Validate</a:t>
            </a:r>
            <a:endParaRPr lang="en-US"/>
          </a:p>
        </p:txBody>
      </p:sp>
      <p:sp>
        <p:nvSpPr>
          <p:cNvPr id="3" name="Title 1">
            <a:extLst>
              <a:ext uri="{FF2B5EF4-FFF2-40B4-BE49-F238E27FC236}">
                <a16:creationId xmlns:a16="http://schemas.microsoft.com/office/drawing/2014/main" id="{9F0AD41D-7384-A8F8-9D86-0F032F724195}"/>
              </a:ext>
            </a:extLst>
          </p:cNvPr>
          <p:cNvSpPr txBox="1">
            <a:spLocks/>
          </p:cNvSpPr>
          <p:nvPr/>
        </p:nvSpPr>
        <p:spPr>
          <a:xfrm>
            <a:off x="1162149" y="5033162"/>
            <a:ext cx="9895367" cy="85595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AU" sz="1800">
                <a:latin typeface="Bradley Hand ITC"/>
              </a:rPr>
              <a:t>Research             →           Requirements         →              Design             →           Feasibility</a:t>
            </a:r>
            <a:endParaRPr lang="en-US" sz="1800">
              <a:latin typeface="Bradley Hand ITC"/>
            </a:endParaRPr>
          </a:p>
        </p:txBody>
      </p:sp>
    </p:spTree>
    <p:extLst>
      <p:ext uri="{BB962C8B-B14F-4D97-AF65-F5344CB8AC3E}">
        <p14:creationId xmlns:p14="http://schemas.microsoft.com/office/powerpoint/2010/main" val="3105759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5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500"/>
                                        <p:tgtEl>
                                          <p:spTgt spid="2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fade">
                                      <p:cBhvr>
                                        <p:cTn id="2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6" grpId="0" animBg="1"/>
      <p:bldP spid="18" grpId="0" animBg="1"/>
      <p:bldP spid="20" grpId="0" animBg="1"/>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E47EDF0-33AA-3949-C121-97895BF0FB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3">
            <a:extLst>
              <a:ext uri="{FF2B5EF4-FFF2-40B4-BE49-F238E27FC236}">
                <a16:creationId xmlns:a16="http://schemas.microsoft.com/office/drawing/2014/main" id="{0E045BEE-31C2-0E8A-B511-743C70C5AD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6745" y="640080"/>
            <a:ext cx="10920415" cy="5577818"/>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8AF3EFE-12D4-A57A-7FDD-D6414C4C78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8024" y="960109"/>
            <a:ext cx="10277856" cy="49377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itle 1">
            <a:extLst>
              <a:ext uri="{FF2B5EF4-FFF2-40B4-BE49-F238E27FC236}">
                <a16:creationId xmlns:a16="http://schemas.microsoft.com/office/drawing/2014/main" id="{FFDCBE1A-36B6-DB01-16FA-98535E469E74}"/>
              </a:ext>
            </a:extLst>
          </p:cNvPr>
          <p:cNvSpPr>
            <a:spLocks noGrp="1"/>
          </p:cNvSpPr>
          <p:nvPr>
            <p:ph type="title"/>
          </p:nvPr>
        </p:nvSpPr>
        <p:spPr>
          <a:xfrm>
            <a:off x="1473200" y="1264708"/>
            <a:ext cx="10515600" cy="1325563"/>
          </a:xfrm>
        </p:spPr>
        <p:txBody>
          <a:bodyPr/>
          <a:lstStyle/>
          <a:p>
            <a:r>
              <a:rPr lang="en-AU"/>
              <a:t>Actual Achievements</a:t>
            </a:r>
          </a:p>
        </p:txBody>
      </p:sp>
      <p:pic>
        <p:nvPicPr>
          <p:cNvPr id="14" name="Picture 13" descr="A screenshot of a contact form&#10;&#10;AI-generated content may be incorrect.">
            <a:extLst>
              <a:ext uri="{FF2B5EF4-FFF2-40B4-BE49-F238E27FC236}">
                <a16:creationId xmlns:a16="http://schemas.microsoft.com/office/drawing/2014/main" id="{FF7E98CC-8ED4-AD78-F9BA-E037EA4F464B}"/>
              </a:ext>
            </a:extLst>
          </p:cNvPr>
          <p:cNvPicPr>
            <a:picLocks noChangeAspect="1"/>
          </p:cNvPicPr>
          <p:nvPr/>
        </p:nvPicPr>
        <p:blipFill>
          <a:blip r:embed="rId3"/>
          <a:stretch>
            <a:fillRect/>
          </a:stretch>
        </p:blipFill>
        <p:spPr>
          <a:xfrm>
            <a:off x="6386796" y="2814720"/>
            <a:ext cx="4959390" cy="2786980"/>
          </a:xfrm>
          <a:prstGeom prst="rect">
            <a:avLst/>
          </a:prstGeom>
        </p:spPr>
      </p:pic>
      <p:pic>
        <p:nvPicPr>
          <p:cNvPr id="16" name="Picture 15" descr="A screenshot of a purple screen&#10;&#10;AI-generated content may be incorrect.">
            <a:extLst>
              <a:ext uri="{FF2B5EF4-FFF2-40B4-BE49-F238E27FC236}">
                <a16:creationId xmlns:a16="http://schemas.microsoft.com/office/drawing/2014/main" id="{D6246310-4910-465D-B6D4-795C316ACAB5}"/>
              </a:ext>
            </a:extLst>
          </p:cNvPr>
          <p:cNvPicPr>
            <a:picLocks noChangeAspect="1"/>
          </p:cNvPicPr>
          <p:nvPr/>
        </p:nvPicPr>
        <p:blipFill>
          <a:blip r:embed="rId4"/>
          <a:stretch>
            <a:fillRect/>
          </a:stretch>
        </p:blipFill>
        <p:spPr>
          <a:xfrm>
            <a:off x="6384162" y="2817903"/>
            <a:ext cx="4961127" cy="2784231"/>
          </a:xfrm>
          <a:prstGeom prst="rect">
            <a:avLst/>
          </a:prstGeom>
        </p:spPr>
      </p:pic>
      <p:pic>
        <p:nvPicPr>
          <p:cNvPr id="2" name="Picture 1">
            <a:extLst>
              <a:ext uri="{FF2B5EF4-FFF2-40B4-BE49-F238E27FC236}">
                <a16:creationId xmlns:a16="http://schemas.microsoft.com/office/drawing/2014/main" id="{BBD00C13-AF91-D592-B3EB-3AE596A7D9C3}"/>
              </a:ext>
            </a:extLst>
          </p:cNvPr>
          <p:cNvPicPr>
            <a:picLocks noChangeAspect="1"/>
          </p:cNvPicPr>
          <p:nvPr/>
        </p:nvPicPr>
        <p:blipFill>
          <a:blip r:embed="rId5"/>
          <a:stretch>
            <a:fillRect/>
          </a:stretch>
        </p:blipFill>
        <p:spPr>
          <a:xfrm>
            <a:off x="963929" y="2813684"/>
            <a:ext cx="5358810" cy="2777227"/>
          </a:xfrm>
          <a:prstGeom prst="rect">
            <a:avLst/>
          </a:prstGeom>
        </p:spPr>
      </p:pic>
      <p:sp>
        <p:nvSpPr>
          <p:cNvPr id="4" name="Title 1">
            <a:extLst>
              <a:ext uri="{FF2B5EF4-FFF2-40B4-BE49-F238E27FC236}">
                <a16:creationId xmlns:a16="http://schemas.microsoft.com/office/drawing/2014/main" id="{88A1F282-4EF4-FF69-099E-3099CC92AA93}"/>
              </a:ext>
            </a:extLst>
          </p:cNvPr>
          <p:cNvSpPr txBox="1">
            <a:spLocks/>
          </p:cNvSpPr>
          <p:nvPr/>
        </p:nvSpPr>
        <p:spPr>
          <a:xfrm>
            <a:off x="966972" y="193231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AU" sz="1600"/>
              <a:t>Current Form:                                                                                                            UX Wireframes:</a:t>
            </a:r>
          </a:p>
        </p:txBody>
      </p:sp>
    </p:spTree>
    <p:extLst>
      <p:ext uri="{BB962C8B-B14F-4D97-AF65-F5344CB8AC3E}">
        <p14:creationId xmlns:p14="http://schemas.microsoft.com/office/powerpoint/2010/main" val="3742242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515BF3E-E3AE-A6D4-F5A3-4384149CD19D}"/>
            </a:ext>
          </a:extLst>
        </p:cNvPr>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467F378D-A000-47AE-83B2-D9954D8C94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Freeform: Shape 71">
            <a:extLst>
              <a:ext uri="{FF2B5EF4-FFF2-40B4-BE49-F238E27FC236}">
                <a16:creationId xmlns:a16="http://schemas.microsoft.com/office/drawing/2014/main" id="{48E26863-5660-4928-984A-CA2CFC8F6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9647" y="746626"/>
            <a:ext cx="3508037" cy="3365476"/>
          </a:xfrm>
          <a:custGeom>
            <a:avLst/>
            <a:gdLst>
              <a:gd name="connsiteX0" fmla="*/ 0 w 2400300"/>
              <a:gd name="connsiteY0" fmla="*/ 0 h 2400300"/>
              <a:gd name="connsiteX1" fmla="*/ 2400300 w 2400300"/>
              <a:gd name="connsiteY1" fmla="*/ 0 h 2400300"/>
              <a:gd name="connsiteX2" fmla="*/ 2400300 w 2400300"/>
              <a:gd name="connsiteY2" fmla="*/ 2400300 h 2400300"/>
              <a:gd name="connsiteX3" fmla="*/ 0 w 2400300"/>
              <a:gd name="connsiteY3" fmla="*/ 2400300 h 2400300"/>
            </a:gdLst>
            <a:ahLst/>
            <a:cxnLst>
              <a:cxn ang="0">
                <a:pos x="connsiteX0" y="connsiteY0"/>
              </a:cxn>
              <a:cxn ang="0">
                <a:pos x="connsiteX1" y="connsiteY1"/>
              </a:cxn>
              <a:cxn ang="0">
                <a:pos x="connsiteX2" y="connsiteY2"/>
              </a:cxn>
              <a:cxn ang="0">
                <a:pos x="connsiteX3" y="connsiteY3"/>
              </a:cxn>
            </a:cxnLst>
            <a:rect l="l" t="t" r="r" b="b"/>
            <a:pathLst>
              <a:path w="2400300" h="2400300">
                <a:moveTo>
                  <a:pt x="0" y="0"/>
                </a:moveTo>
                <a:lnTo>
                  <a:pt x="2400300" y="0"/>
                </a:lnTo>
                <a:lnTo>
                  <a:pt x="2400300" y="2400300"/>
                </a:lnTo>
                <a:lnTo>
                  <a:pt x="0" y="2400300"/>
                </a:lnTo>
                <a:close/>
              </a:path>
            </a:pathLst>
          </a:custGeom>
          <a:solidFill>
            <a:srgbClr val="FFFFFF"/>
          </a:solidFill>
          <a:ln>
            <a:noFill/>
          </a:ln>
          <a:effectLst>
            <a:outerShdw blurRad="25400" dist="12700" dir="300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3" name="Rectangle 6">
            <a:extLst>
              <a:ext uri="{FF2B5EF4-FFF2-40B4-BE49-F238E27FC236}">
                <a16:creationId xmlns:a16="http://schemas.microsoft.com/office/drawing/2014/main" id="{D7538F2A-6532-4E38-8354-21841BB0B4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10065" y="580586"/>
            <a:ext cx="1027015" cy="258262"/>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lnTo>
                  <a:pt x="2164992" y="12386"/>
                </a:lnTo>
                <a:cubicBezTo>
                  <a:pt x="2164717" y="43049"/>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50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Shape 73">
            <a:extLst>
              <a:ext uri="{FF2B5EF4-FFF2-40B4-BE49-F238E27FC236}">
                <a16:creationId xmlns:a16="http://schemas.microsoft.com/office/drawing/2014/main" id="{52F31131-35FC-4834-8E62-1D9DA3BE2A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74148" y="746626"/>
            <a:ext cx="3508037" cy="3365476"/>
          </a:xfrm>
          <a:custGeom>
            <a:avLst/>
            <a:gdLst>
              <a:gd name="connsiteX0" fmla="*/ 0 w 2400300"/>
              <a:gd name="connsiteY0" fmla="*/ 0 h 2400300"/>
              <a:gd name="connsiteX1" fmla="*/ 2400300 w 2400300"/>
              <a:gd name="connsiteY1" fmla="*/ 0 h 2400300"/>
              <a:gd name="connsiteX2" fmla="*/ 2400300 w 2400300"/>
              <a:gd name="connsiteY2" fmla="*/ 2400300 h 2400300"/>
              <a:gd name="connsiteX3" fmla="*/ 0 w 2400300"/>
              <a:gd name="connsiteY3" fmla="*/ 2400300 h 2400300"/>
            </a:gdLst>
            <a:ahLst/>
            <a:cxnLst>
              <a:cxn ang="0">
                <a:pos x="connsiteX0" y="connsiteY0"/>
              </a:cxn>
              <a:cxn ang="0">
                <a:pos x="connsiteX1" y="connsiteY1"/>
              </a:cxn>
              <a:cxn ang="0">
                <a:pos x="connsiteX2" y="connsiteY2"/>
              </a:cxn>
              <a:cxn ang="0">
                <a:pos x="connsiteX3" y="connsiteY3"/>
              </a:cxn>
            </a:cxnLst>
            <a:rect l="l" t="t" r="r" b="b"/>
            <a:pathLst>
              <a:path w="2400300" h="2400300">
                <a:moveTo>
                  <a:pt x="0" y="0"/>
                </a:moveTo>
                <a:lnTo>
                  <a:pt x="2400300" y="0"/>
                </a:lnTo>
                <a:lnTo>
                  <a:pt x="2400300" y="2400300"/>
                </a:lnTo>
                <a:lnTo>
                  <a:pt x="0" y="2400300"/>
                </a:lnTo>
                <a:close/>
              </a:path>
            </a:pathLst>
          </a:custGeom>
          <a:solidFill>
            <a:srgbClr val="FFFFFF"/>
          </a:solidFill>
          <a:ln>
            <a:noFill/>
          </a:ln>
          <a:effectLst>
            <a:outerShdw blurRad="25400" dist="12700" dir="300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5" name="Freeform: Shape 74">
            <a:extLst>
              <a:ext uri="{FF2B5EF4-FFF2-40B4-BE49-F238E27FC236}">
                <a16:creationId xmlns:a16="http://schemas.microsoft.com/office/drawing/2014/main" id="{E7AD7F70-85A5-463C-9B1F-3182B60F86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22570" y="746626"/>
            <a:ext cx="3511296" cy="3365476"/>
          </a:xfrm>
          <a:custGeom>
            <a:avLst/>
            <a:gdLst>
              <a:gd name="connsiteX0" fmla="*/ 0 w 2400300"/>
              <a:gd name="connsiteY0" fmla="*/ 0 h 2400300"/>
              <a:gd name="connsiteX1" fmla="*/ 2400300 w 2400300"/>
              <a:gd name="connsiteY1" fmla="*/ 0 h 2400300"/>
              <a:gd name="connsiteX2" fmla="*/ 2400300 w 2400300"/>
              <a:gd name="connsiteY2" fmla="*/ 2400300 h 2400300"/>
              <a:gd name="connsiteX3" fmla="*/ 0 w 2400300"/>
              <a:gd name="connsiteY3" fmla="*/ 2400300 h 2400300"/>
            </a:gdLst>
            <a:ahLst/>
            <a:cxnLst>
              <a:cxn ang="0">
                <a:pos x="connsiteX0" y="connsiteY0"/>
              </a:cxn>
              <a:cxn ang="0">
                <a:pos x="connsiteX1" y="connsiteY1"/>
              </a:cxn>
              <a:cxn ang="0">
                <a:pos x="connsiteX2" y="connsiteY2"/>
              </a:cxn>
              <a:cxn ang="0">
                <a:pos x="connsiteX3" y="connsiteY3"/>
              </a:cxn>
            </a:cxnLst>
            <a:rect l="l" t="t" r="r" b="b"/>
            <a:pathLst>
              <a:path w="2400300" h="2400300">
                <a:moveTo>
                  <a:pt x="0" y="0"/>
                </a:moveTo>
                <a:lnTo>
                  <a:pt x="2400300" y="0"/>
                </a:lnTo>
                <a:lnTo>
                  <a:pt x="2400300" y="2400300"/>
                </a:lnTo>
                <a:lnTo>
                  <a:pt x="0" y="2400300"/>
                </a:lnTo>
                <a:close/>
              </a:path>
            </a:pathLst>
          </a:custGeom>
          <a:solidFill>
            <a:srgbClr val="FFFFFF"/>
          </a:solidFill>
          <a:ln>
            <a:noFill/>
          </a:ln>
          <a:effectLst>
            <a:outerShdw blurRad="25400" dist="12700" dir="300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6" name="Rectangle 6">
            <a:extLst>
              <a:ext uri="{FF2B5EF4-FFF2-40B4-BE49-F238E27FC236}">
                <a16:creationId xmlns:a16="http://schemas.microsoft.com/office/drawing/2014/main" id="{E5F002A4-1B0E-473E-AD7B-8346FB83B4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7422924" y="2300232"/>
            <a:ext cx="1027015" cy="258262"/>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lnTo>
                  <a:pt x="2164992" y="12386"/>
                </a:lnTo>
                <a:cubicBezTo>
                  <a:pt x="2164717" y="43049"/>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50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77" name="Freeform: Shape 76">
            <a:extLst>
              <a:ext uri="{FF2B5EF4-FFF2-40B4-BE49-F238E27FC236}">
                <a16:creationId xmlns:a16="http://schemas.microsoft.com/office/drawing/2014/main" id="{13AF7514-9DD7-4ADB-84DF-5D8B61E735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19" y="4298302"/>
            <a:ext cx="12192000" cy="2559698"/>
          </a:xfrm>
          <a:custGeom>
            <a:avLst/>
            <a:gdLst>
              <a:gd name="connsiteX0" fmla="*/ 1462415 w 12192000"/>
              <a:gd name="connsiteY0" fmla="*/ 0 h 2685062"/>
              <a:gd name="connsiteX1" fmla="*/ 1494432 w 12192000"/>
              <a:gd name="connsiteY1" fmla="*/ 2457 h 2685062"/>
              <a:gd name="connsiteX2" fmla="*/ 1523667 w 12192000"/>
              <a:gd name="connsiteY2" fmla="*/ 11778 h 2685062"/>
              <a:gd name="connsiteX3" fmla="*/ 1523067 w 12192000"/>
              <a:gd name="connsiteY3" fmla="*/ 14207 h 2685062"/>
              <a:gd name="connsiteX4" fmla="*/ 1527695 w 12192000"/>
              <a:gd name="connsiteY4" fmla="*/ 15715 h 2685062"/>
              <a:gd name="connsiteX5" fmla="*/ 1532258 w 12192000"/>
              <a:gd name="connsiteY5" fmla="*/ 14518 h 2685062"/>
              <a:gd name="connsiteX6" fmla="*/ 1537796 w 12192000"/>
              <a:gd name="connsiteY6" fmla="*/ 16283 h 2685062"/>
              <a:gd name="connsiteX7" fmla="*/ 1553041 w 12192000"/>
              <a:gd name="connsiteY7" fmla="*/ 20452 h 2685062"/>
              <a:gd name="connsiteX8" fmla="*/ 1557495 w 12192000"/>
              <a:gd name="connsiteY8" fmla="*/ 25861 h 2685062"/>
              <a:gd name="connsiteX9" fmla="*/ 1617448 w 12192000"/>
              <a:gd name="connsiteY9" fmla="*/ 40977 h 2685062"/>
              <a:gd name="connsiteX10" fmla="*/ 1636697 w 12192000"/>
              <a:gd name="connsiteY10" fmla="*/ 39108 h 2685062"/>
              <a:gd name="connsiteX11" fmla="*/ 1657286 w 12192000"/>
              <a:gd name="connsiteY11" fmla="*/ 49000 h 2685062"/>
              <a:gd name="connsiteX12" fmla="*/ 1719191 w 12192000"/>
              <a:gd name="connsiteY12" fmla="*/ 56920 h 2685062"/>
              <a:gd name="connsiteX13" fmla="*/ 1787126 w 12192000"/>
              <a:gd name="connsiteY13" fmla="*/ 71960 h 2685062"/>
              <a:gd name="connsiteX14" fmla="*/ 1834555 w 12192000"/>
              <a:gd name="connsiteY14" fmla="*/ 86590 h 2685062"/>
              <a:gd name="connsiteX15" fmla="*/ 1966070 w 12192000"/>
              <a:gd name="connsiteY15" fmla="*/ 103987 h 2685062"/>
              <a:gd name="connsiteX16" fmla="*/ 2188582 w 12192000"/>
              <a:gd name="connsiteY16" fmla="*/ 124532 h 2685062"/>
              <a:gd name="connsiteX17" fmla="*/ 2234811 w 12192000"/>
              <a:gd name="connsiteY17" fmla="*/ 130739 h 2685062"/>
              <a:gd name="connsiteX18" fmla="*/ 2270005 w 12192000"/>
              <a:gd name="connsiteY18" fmla="*/ 143358 h 2685062"/>
              <a:gd name="connsiteX19" fmla="*/ 2274208 w 12192000"/>
              <a:gd name="connsiteY19" fmla="*/ 152634 h 2685062"/>
              <a:gd name="connsiteX20" fmla="*/ 2298905 w 12192000"/>
              <a:gd name="connsiteY20" fmla="*/ 157215 h 2685062"/>
              <a:gd name="connsiteX21" fmla="*/ 2304521 w 12192000"/>
              <a:gd name="connsiteY21" fmla="*/ 159957 h 2685062"/>
              <a:gd name="connsiteX22" fmla="*/ 2337696 w 12192000"/>
              <a:gd name="connsiteY22" fmla="*/ 174150 h 2685062"/>
              <a:gd name="connsiteX23" fmla="*/ 2432112 w 12192000"/>
              <a:gd name="connsiteY23" fmla="*/ 166646 h 2685062"/>
              <a:gd name="connsiteX24" fmla="*/ 2500149 w 12192000"/>
              <a:gd name="connsiteY24" fmla="*/ 168723 h 2685062"/>
              <a:gd name="connsiteX25" fmla="*/ 2504776 w 12192000"/>
              <a:gd name="connsiteY25" fmla="*/ 171455 h 2685062"/>
              <a:gd name="connsiteX26" fmla="*/ 2507358 w 12192000"/>
              <a:gd name="connsiteY26" fmla="*/ 177677 h 2685062"/>
              <a:gd name="connsiteX27" fmla="*/ 2518847 w 12192000"/>
              <a:gd name="connsiteY27" fmla="*/ 180936 h 2685062"/>
              <a:gd name="connsiteX28" fmla="*/ 2528864 w 12192000"/>
              <a:gd name="connsiteY28" fmla="*/ 188517 h 2685062"/>
              <a:gd name="connsiteX29" fmla="*/ 2938613 w 12192000"/>
              <a:gd name="connsiteY29" fmla="*/ 248764 h 2685062"/>
              <a:gd name="connsiteX30" fmla="*/ 3132513 w 12192000"/>
              <a:gd name="connsiteY30" fmla="*/ 229282 h 2685062"/>
              <a:gd name="connsiteX31" fmla="*/ 3208657 w 12192000"/>
              <a:gd name="connsiteY31" fmla="*/ 230814 h 2685062"/>
              <a:gd name="connsiteX32" fmla="*/ 3217904 w 12192000"/>
              <a:gd name="connsiteY32" fmla="*/ 237375 h 2685062"/>
              <a:gd name="connsiteX33" fmla="*/ 3330150 w 12192000"/>
              <a:gd name="connsiteY33" fmla="*/ 214762 h 2685062"/>
              <a:gd name="connsiteX34" fmla="*/ 3480527 w 12192000"/>
              <a:gd name="connsiteY34" fmla="*/ 231960 h 2685062"/>
              <a:gd name="connsiteX35" fmla="*/ 3591806 w 12192000"/>
              <a:gd name="connsiteY35" fmla="*/ 253003 h 2685062"/>
              <a:gd name="connsiteX36" fmla="*/ 3655143 w 12192000"/>
              <a:gd name="connsiteY36" fmla="*/ 261318 h 2685062"/>
              <a:gd name="connsiteX37" fmla="*/ 3700191 w 12192000"/>
              <a:gd name="connsiteY37" fmla="*/ 271235 h 2685062"/>
              <a:gd name="connsiteX38" fmla="*/ 3820459 w 12192000"/>
              <a:gd name="connsiteY38" fmla="*/ 275675 h 2685062"/>
              <a:gd name="connsiteX39" fmla="*/ 4022158 w 12192000"/>
              <a:gd name="connsiteY39" fmla="*/ 274341 h 2685062"/>
              <a:gd name="connsiteX40" fmla="*/ 4164508 w 12192000"/>
              <a:gd name="connsiteY40" fmla="*/ 309117 h 2685062"/>
              <a:gd name="connsiteX41" fmla="*/ 4246843 w 12192000"/>
              <a:gd name="connsiteY41" fmla="*/ 292417 h 2685062"/>
              <a:gd name="connsiteX42" fmla="*/ 4337133 w 12192000"/>
              <a:gd name="connsiteY42" fmla="*/ 304707 h 2685062"/>
              <a:gd name="connsiteX43" fmla="*/ 4696109 w 12192000"/>
              <a:gd name="connsiteY43" fmla="*/ 300060 h 2685062"/>
              <a:gd name="connsiteX44" fmla="*/ 4928090 w 12192000"/>
              <a:gd name="connsiteY44" fmla="*/ 291457 h 2685062"/>
              <a:gd name="connsiteX45" fmla="*/ 4960316 w 12192000"/>
              <a:gd name="connsiteY45" fmla="*/ 287841 h 2685062"/>
              <a:gd name="connsiteX46" fmla="*/ 4960840 w 12192000"/>
              <a:gd name="connsiteY46" fmla="*/ 285406 h 2685062"/>
              <a:gd name="connsiteX47" fmla="*/ 4965958 w 12192000"/>
              <a:gd name="connsiteY47" fmla="*/ 284802 h 2685062"/>
              <a:gd name="connsiteX48" fmla="*/ 4969785 w 12192000"/>
              <a:gd name="connsiteY48" fmla="*/ 286778 h 2685062"/>
              <a:gd name="connsiteX49" fmla="*/ 4975889 w 12192000"/>
              <a:gd name="connsiteY49" fmla="*/ 286093 h 2685062"/>
              <a:gd name="connsiteX50" fmla="*/ 4992382 w 12192000"/>
              <a:gd name="connsiteY50" fmla="*/ 284871 h 2685062"/>
              <a:gd name="connsiteX51" fmla="*/ 4999094 w 12192000"/>
              <a:gd name="connsiteY51" fmla="*/ 280499 h 2685062"/>
              <a:gd name="connsiteX52" fmla="*/ 5080965 w 12192000"/>
              <a:gd name="connsiteY52" fmla="*/ 282208 h 2685062"/>
              <a:gd name="connsiteX53" fmla="*/ 5105166 w 12192000"/>
              <a:gd name="connsiteY53" fmla="*/ 276473 h 2685062"/>
              <a:gd name="connsiteX54" fmla="*/ 5168054 w 12192000"/>
              <a:gd name="connsiteY54" fmla="*/ 280137 h 2685062"/>
              <a:gd name="connsiteX55" fmla="*/ 5239940 w 12192000"/>
              <a:gd name="connsiteY55" fmla="*/ 278079 h 2685062"/>
              <a:gd name="connsiteX56" fmla="*/ 5291998 w 12192000"/>
              <a:gd name="connsiteY56" fmla="*/ 272685 h 2685062"/>
              <a:gd name="connsiteX57" fmla="*/ 5425861 w 12192000"/>
              <a:gd name="connsiteY57" fmla="*/ 279926 h 2685062"/>
              <a:gd name="connsiteX58" fmla="*/ 5648321 w 12192000"/>
              <a:gd name="connsiteY58" fmla="*/ 300693 h 2685062"/>
              <a:gd name="connsiteX59" fmla="*/ 5695414 w 12192000"/>
              <a:gd name="connsiteY59" fmla="*/ 303150 h 2685062"/>
              <a:gd name="connsiteX60" fmla="*/ 5743064 w 12192000"/>
              <a:gd name="connsiteY60" fmla="*/ 289335 h 2685062"/>
              <a:gd name="connsiteX61" fmla="*/ 5768797 w 12192000"/>
              <a:gd name="connsiteY61" fmla="*/ 289436 h 2685062"/>
              <a:gd name="connsiteX62" fmla="*/ 5775419 w 12192000"/>
              <a:gd name="connsiteY62" fmla="*/ 287831 h 2685062"/>
              <a:gd name="connsiteX63" fmla="*/ 5813624 w 12192000"/>
              <a:gd name="connsiteY63" fmla="*/ 280263 h 2685062"/>
              <a:gd name="connsiteX64" fmla="*/ 5900676 w 12192000"/>
              <a:gd name="connsiteY64" fmla="*/ 304615 h 2685062"/>
              <a:gd name="connsiteX65" fmla="*/ 5966795 w 12192000"/>
              <a:gd name="connsiteY65" fmla="*/ 314993 h 2685062"/>
              <a:gd name="connsiteX66" fmla="*/ 5972463 w 12192000"/>
              <a:gd name="connsiteY66" fmla="*/ 313217 h 2685062"/>
              <a:gd name="connsiteX67" fmla="*/ 5977754 w 12192000"/>
              <a:gd name="connsiteY67" fmla="*/ 307726 h 2685062"/>
              <a:gd name="connsiteX68" fmla="*/ 5990232 w 12192000"/>
              <a:gd name="connsiteY68" fmla="*/ 306694 h 2685062"/>
              <a:gd name="connsiteX69" fmla="*/ 6003260 w 12192000"/>
              <a:gd name="connsiteY69" fmla="*/ 301250 h 2685062"/>
              <a:gd name="connsiteX70" fmla="*/ 6398655 w 12192000"/>
              <a:gd name="connsiteY70" fmla="*/ 340447 h 2685062"/>
              <a:gd name="connsiteX71" fmla="*/ 6477250 w 12192000"/>
              <a:gd name="connsiteY71" fmla="*/ 370643 h 2685062"/>
              <a:gd name="connsiteX72" fmla="*/ 6599996 w 12192000"/>
              <a:gd name="connsiteY72" fmla="*/ 371929 h 2685062"/>
              <a:gd name="connsiteX73" fmla="*/ 6673632 w 12192000"/>
              <a:gd name="connsiteY73" fmla="*/ 384303 h 2685062"/>
              <a:gd name="connsiteX74" fmla="*/ 6685461 w 12192000"/>
              <a:gd name="connsiteY74" fmla="*/ 379698 h 2685062"/>
              <a:gd name="connsiteX75" fmla="*/ 6782761 w 12192000"/>
              <a:gd name="connsiteY75" fmla="*/ 421766 h 2685062"/>
              <a:gd name="connsiteX76" fmla="*/ 6934599 w 12192000"/>
              <a:gd name="connsiteY76" fmla="*/ 432626 h 2685062"/>
              <a:gd name="connsiteX77" fmla="*/ 7050728 w 12192000"/>
              <a:gd name="connsiteY77" fmla="*/ 432695 h 2685062"/>
              <a:gd name="connsiteX78" fmla="*/ 7115167 w 12192000"/>
              <a:gd name="connsiteY78" fmla="*/ 436243 h 2685062"/>
              <a:gd name="connsiteX79" fmla="*/ 7162809 w 12192000"/>
              <a:gd name="connsiteY79" fmla="*/ 434931 h 2685062"/>
              <a:gd name="connsiteX80" fmla="*/ 7280034 w 12192000"/>
              <a:gd name="connsiteY80" fmla="*/ 452539 h 2685062"/>
              <a:gd name="connsiteX81" fmla="*/ 7472654 w 12192000"/>
              <a:gd name="connsiteY81" fmla="*/ 490482 h 2685062"/>
              <a:gd name="connsiteX82" fmla="*/ 7696080 w 12192000"/>
              <a:gd name="connsiteY82" fmla="*/ 514010 h 2685062"/>
              <a:gd name="connsiteX83" fmla="*/ 7788139 w 12192000"/>
              <a:gd name="connsiteY83" fmla="*/ 518649 h 2685062"/>
              <a:gd name="connsiteX84" fmla="*/ 8227756 w 12192000"/>
              <a:gd name="connsiteY84" fmla="*/ 558548 h 2685062"/>
              <a:gd name="connsiteX85" fmla="*/ 8328859 w 12192000"/>
              <a:gd name="connsiteY85" fmla="*/ 582867 h 2685062"/>
              <a:gd name="connsiteX86" fmla="*/ 8532898 w 12192000"/>
              <a:gd name="connsiteY86" fmla="*/ 668282 h 2685062"/>
              <a:gd name="connsiteX87" fmla="*/ 8792925 w 12192000"/>
              <a:gd name="connsiteY87" fmla="*/ 701900 h 2685062"/>
              <a:gd name="connsiteX88" fmla="*/ 8809491 w 12192000"/>
              <a:gd name="connsiteY88" fmla="*/ 717262 h 2685062"/>
              <a:gd name="connsiteX89" fmla="*/ 8814066 w 12192000"/>
              <a:gd name="connsiteY89" fmla="*/ 719410 h 2685062"/>
              <a:gd name="connsiteX90" fmla="*/ 8815751 w 12192000"/>
              <a:gd name="connsiteY90" fmla="*/ 718686 h 2685062"/>
              <a:gd name="connsiteX91" fmla="*/ 8840540 w 12192000"/>
              <a:gd name="connsiteY91" fmla="*/ 717083 h 2685062"/>
              <a:gd name="connsiteX92" fmla="*/ 8897062 w 12192000"/>
              <a:gd name="connsiteY92" fmla="*/ 697553 h 2685062"/>
              <a:gd name="connsiteX93" fmla="*/ 8965922 w 12192000"/>
              <a:gd name="connsiteY93" fmla="*/ 672885 h 2685062"/>
              <a:gd name="connsiteX94" fmla="*/ 9016694 w 12192000"/>
              <a:gd name="connsiteY94" fmla="*/ 669496 h 2685062"/>
              <a:gd name="connsiteX95" fmla="*/ 9139695 w 12192000"/>
              <a:gd name="connsiteY95" fmla="*/ 648174 h 2685062"/>
              <a:gd name="connsiteX96" fmla="*/ 9219129 w 12192000"/>
              <a:gd name="connsiteY96" fmla="*/ 639013 h 2685062"/>
              <a:gd name="connsiteX97" fmla="*/ 9221354 w 12192000"/>
              <a:gd name="connsiteY97" fmla="*/ 638501 h 2685062"/>
              <a:gd name="connsiteX98" fmla="*/ 9237592 w 12192000"/>
              <a:gd name="connsiteY98" fmla="*/ 642494 h 2685062"/>
              <a:gd name="connsiteX99" fmla="*/ 9236570 w 12192000"/>
              <a:gd name="connsiteY99" fmla="*/ 648762 h 2685062"/>
              <a:gd name="connsiteX100" fmla="*/ 9250521 w 12192000"/>
              <a:gd name="connsiteY100" fmla="*/ 654041 h 2685062"/>
              <a:gd name="connsiteX101" fmla="*/ 9279357 w 12192000"/>
              <a:gd name="connsiteY101" fmla="*/ 653083 h 2685062"/>
              <a:gd name="connsiteX102" fmla="*/ 9289731 w 12192000"/>
              <a:gd name="connsiteY102" fmla="*/ 656356 h 2685062"/>
              <a:gd name="connsiteX103" fmla="*/ 9293723 w 12192000"/>
              <a:gd name="connsiteY103" fmla="*/ 656237 h 2685062"/>
              <a:gd name="connsiteX104" fmla="*/ 9303097 w 12192000"/>
              <a:gd name="connsiteY104" fmla="*/ 656723 h 2685062"/>
              <a:gd name="connsiteX105" fmla="*/ 9302251 w 12192000"/>
              <a:gd name="connsiteY105" fmla="*/ 652725 h 2685062"/>
              <a:gd name="connsiteX106" fmla="*/ 9314122 w 12192000"/>
              <a:gd name="connsiteY106" fmla="*/ 645860 h 2685062"/>
              <a:gd name="connsiteX107" fmla="*/ 9367772 w 12192000"/>
              <a:gd name="connsiteY107" fmla="*/ 650683 h 2685062"/>
              <a:gd name="connsiteX108" fmla="*/ 9370291 w 12192000"/>
              <a:gd name="connsiteY108" fmla="*/ 655264 h 2685062"/>
              <a:gd name="connsiteX109" fmla="*/ 9377007 w 12192000"/>
              <a:gd name="connsiteY109" fmla="*/ 656308 h 2685062"/>
              <a:gd name="connsiteX110" fmla="*/ 9382497 w 12192000"/>
              <a:gd name="connsiteY110" fmla="*/ 652427 h 2685062"/>
              <a:gd name="connsiteX111" fmla="*/ 9474013 w 12192000"/>
              <a:gd name="connsiteY111" fmla="*/ 647005 h 2685062"/>
              <a:gd name="connsiteX112" fmla="*/ 9595899 w 12192000"/>
              <a:gd name="connsiteY112" fmla="*/ 646979 h 2685062"/>
              <a:gd name="connsiteX113" fmla="*/ 9681269 w 12192000"/>
              <a:gd name="connsiteY113" fmla="*/ 669984 h 2685062"/>
              <a:gd name="connsiteX114" fmla="*/ 9689635 w 12192000"/>
              <a:gd name="connsiteY114" fmla="*/ 666408 h 2685062"/>
              <a:gd name="connsiteX115" fmla="*/ 9750215 w 12192000"/>
              <a:gd name="connsiteY115" fmla="*/ 671056 h 2685062"/>
              <a:gd name="connsiteX116" fmla="*/ 9957974 w 12192000"/>
              <a:gd name="connsiteY116" fmla="*/ 715080 h 2685062"/>
              <a:gd name="connsiteX117" fmla="*/ 10076482 w 12192000"/>
              <a:gd name="connsiteY117" fmla="*/ 723397 h 2685062"/>
              <a:gd name="connsiteX118" fmla="*/ 10119263 w 12192000"/>
              <a:gd name="connsiteY118" fmla="*/ 721877 h 2685062"/>
              <a:gd name="connsiteX119" fmla="*/ 10190893 w 12192000"/>
              <a:gd name="connsiteY119" fmla="*/ 719606 h 2685062"/>
              <a:gd name="connsiteX120" fmla="*/ 10246203 w 12192000"/>
              <a:gd name="connsiteY120" fmla="*/ 706893 h 2685062"/>
              <a:gd name="connsiteX121" fmla="*/ 10305396 w 12192000"/>
              <a:gd name="connsiteY121" fmla="*/ 709359 h 2685062"/>
              <a:gd name="connsiteX122" fmla="*/ 10316856 w 12192000"/>
              <a:gd name="connsiteY122" fmla="*/ 724179 h 2685062"/>
              <a:gd name="connsiteX123" fmla="*/ 10380919 w 12192000"/>
              <a:gd name="connsiteY123" fmla="*/ 722193 h 2685062"/>
              <a:gd name="connsiteX124" fmla="*/ 10478351 w 12192000"/>
              <a:gd name="connsiteY124" fmla="*/ 717620 h 2685062"/>
              <a:gd name="connsiteX125" fmla="*/ 10533954 w 12192000"/>
              <a:gd name="connsiteY125" fmla="*/ 718660 h 2685062"/>
              <a:gd name="connsiteX126" fmla="*/ 10686474 w 12192000"/>
              <a:gd name="connsiteY126" fmla="*/ 717507 h 2685062"/>
              <a:gd name="connsiteX127" fmla="*/ 10839729 w 12192000"/>
              <a:gd name="connsiteY127" fmla="*/ 713306 h 2685062"/>
              <a:gd name="connsiteX128" fmla="*/ 10933271 w 12192000"/>
              <a:gd name="connsiteY128" fmla="*/ 693628 h 2685062"/>
              <a:gd name="connsiteX129" fmla="*/ 11058950 w 12192000"/>
              <a:gd name="connsiteY129" fmla="*/ 692031 h 2685062"/>
              <a:gd name="connsiteX130" fmla="*/ 11080388 w 12192000"/>
              <a:gd name="connsiteY130" fmla="*/ 689245 h 2685062"/>
              <a:gd name="connsiteX131" fmla="*/ 11108911 w 12192000"/>
              <a:gd name="connsiteY131" fmla="*/ 693363 h 2685062"/>
              <a:gd name="connsiteX132" fmla="*/ 11223119 w 12192000"/>
              <a:gd name="connsiteY132" fmla="*/ 710661 h 2685062"/>
              <a:gd name="connsiteX133" fmla="*/ 11311983 w 12192000"/>
              <a:gd name="connsiteY133" fmla="*/ 731410 h 2685062"/>
              <a:gd name="connsiteX134" fmla="*/ 11426940 w 12192000"/>
              <a:gd name="connsiteY134" fmla="*/ 727340 h 2685062"/>
              <a:gd name="connsiteX135" fmla="*/ 11495624 w 12192000"/>
              <a:gd name="connsiteY135" fmla="*/ 734858 h 2685062"/>
              <a:gd name="connsiteX136" fmla="*/ 11605975 w 12192000"/>
              <a:gd name="connsiteY136" fmla="*/ 762433 h 2685062"/>
              <a:gd name="connsiteX137" fmla="*/ 11756134 w 12192000"/>
              <a:gd name="connsiteY137" fmla="*/ 765012 h 2685062"/>
              <a:gd name="connsiteX138" fmla="*/ 11789788 w 12192000"/>
              <a:gd name="connsiteY138" fmla="*/ 745316 h 2685062"/>
              <a:gd name="connsiteX139" fmla="*/ 11832833 w 12192000"/>
              <a:gd name="connsiteY139" fmla="*/ 734720 h 2685062"/>
              <a:gd name="connsiteX140" fmla="*/ 11846338 w 12192000"/>
              <a:gd name="connsiteY140" fmla="*/ 765994 h 2685062"/>
              <a:gd name="connsiteX141" fmla="*/ 11972492 w 12192000"/>
              <a:gd name="connsiteY141" fmla="*/ 796180 h 2685062"/>
              <a:gd name="connsiteX142" fmla="*/ 12035979 w 12192000"/>
              <a:gd name="connsiteY142" fmla="*/ 807835 h 2685062"/>
              <a:gd name="connsiteX143" fmla="*/ 12135850 w 12192000"/>
              <a:gd name="connsiteY143" fmla="*/ 819056 h 2685062"/>
              <a:gd name="connsiteX144" fmla="*/ 12166092 w 12192000"/>
              <a:gd name="connsiteY144" fmla="*/ 823695 h 2685062"/>
              <a:gd name="connsiteX145" fmla="*/ 12190645 w 12192000"/>
              <a:gd name="connsiteY145" fmla="*/ 826863 h 2685062"/>
              <a:gd name="connsiteX146" fmla="*/ 12192000 w 12192000"/>
              <a:gd name="connsiteY146" fmla="*/ 880762 h 2685062"/>
              <a:gd name="connsiteX147" fmla="*/ 12192000 w 12192000"/>
              <a:gd name="connsiteY147" fmla="*/ 2685062 h 2685062"/>
              <a:gd name="connsiteX148" fmla="*/ 0 w 12192000"/>
              <a:gd name="connsiteY148" fmla="*/ 2685062 h 2685062"/>
              <a:gd name="connsiteX149" fmla="*/ 0 w 12192000"/>
              <a:gd name="connsiteY149" fmla="*/ 283917 h 2685062"/>
              <a:gd name="connsiteX150" fmla="*/ 44213 w 12192000"/>
              <a:gd name="connsiteY150" fmla="*/ 302297 h 2685062"/>
              <a:gd name="connsiteX151" fmla="*/ 172465 w 12192000"/>
              <a:gd name="connsiteY151" fmla="*/ 314866 h 2685062"/>
              <a:gd name="connsiteX152" fmla="*/ 223361 w 12192000"/>
              <a:gd name="connsiteY152" fmla="*/ 304828 h 2685062"/>
              <a:gd name="connsiteX153" fmla="*/ 320595 w 12192000"/>
              <a:gd name="connsiteY153" fmla="*/ 288341 h 2685062"/>
              <a:gd name="connsiteX154" fmla="*/ 401087 w 12192000"/>
              <a:gd name="connsiteY154" fmla="*/ 246745 h 2685062"/>
              <a:gd name="connsiteX155" fmla="*/ 495839 w 12192000"/>
              <a:gd name="connsiteY155" fmla="*/ 217305 h 2685062"/>
              <a:gd name="connsiteX156" fmla="*/ 507910 w 12192000"/>
              <a:gd name="connsiteY156" fmla="*/ 219773 h 2685062"/>
              <a:gd name="connsiteX157" fmla="*/ 561428 w 12192000"/>
              <a:gd name="connsiteY157" fmla="*/ 201460 h 2685062"/>
              <a:gd name="connsiteX158" fmla="*/ 712813 w 12192000"/>
              <a:gd name="connsiteY158" fmla="*/ 151411 h 2685062"/>
              <a:gd name="connsiteX159" fmla="*/ 819366 w 12192000"/>
              <a:gd name="connsiteY159" fmla="*/ 70479 h 2685062"/>
              <a:gd name="connsiteX160" fmla="*/ 862489 w 12192000"/>
              <a:gd name="connsiteY160" fmla="*/ 63238 h 2685062"/>
              <a:gd name="connsiteX161" fmla="*/ 934387 w 12192000"/>
              <a:gd name="connsiteY161" fmla="*/ 50788 h 2685062"/>
              <a:gd name="connsiteX162" fmla="*/ 948874 w 12192000"/>
              <a:gd name="connsiteY162" fmla="*/ 55208 h 2685062"/>
              <a:gd name="connsiteX163" fmla="*/ 955237 w 12192000"/>
              <a:gd name="connsiteY163" fmla="*/ 54040 h 2685062"/>
              <a:gd name="connsiteX164" fmla="*/ 955886 w 12192000"/>
              <a:gd name="connsiteY164" fmla="*/ 54325 h 2685062"/>
              <a:gd name="connsiteX165" fmla="*/ 957239 w 12192000"/>
              <a:gd name="connsiteY165" fmla="*/ 53673 h 2685062"/>
              <a:gd name="connsiteX166" fmla="*/ 971343 w 12192000"/>
              <a:gd name="connsiteY166" fmla="*/ 51086 h 2685062"/>
              <a:gd name="connsiteX167" fmla="*/ 1002063 w 12192000"/>
              <a:gd name="connsiteY167" fmla="*/ 54158 h 2685062"/>
              <a:gd name="connsiteX168" fmla="*/ 1020663 w 12192000"/>
              <a:gd name="connsiteY168" fmla="*/ 53408 h 2685062"/>
              <a:gd name="connsiteX169" fmla="*/ 1039181 w 12192000"/>
              <a:gd name="connsiteY169" fmla="*/ 40356 h 2685062"/>
              <a:gd name="connsiteX170" fmla="*/ 1051914 w 12192000"/>
              <a:gd name="connsiteY170" fmla="*/ 39166 h 2685062"/>
              <a:gd name="connsiteX171" fmla="*/ 1054501 w 12192000"/>
              <a:gd name="connsiteY171" fmla="*/ 37372 h 2685062"/>
              <a:gd name="connsiteX172" fmla="*/ 1061859 w 12192000"/>
              <a:gd name="connsiteY172" fmla="*/ 33902 h 2685062"/>
              <a:gd name="connsiteX173" fmla="*/ 1054558 w 12192000"/>
              <a:gd name="connsiteY173" fmla="*/ 30385 h 2685062"/>
              <a:gd name="connsiteX174" fmla="*/ 1140852 w 12192000"/>
              <a:gd name="connsiteY174" fmla="*/ 17327 h 2685062"/>
              <a:gd name="connsiteX175" fmla="*/ 1214144 w 12192000"/>
              <a:gd name="connsiteY175" fmla="*/ 6192 h 2685062"/>
              <a:gd name="connsiteX176" fmla="*/ 1338122 w 12192000"/>
              <a:gd name="connsiteY176" fmla="*/ 27996 h 2685062"/>
              <a:gd name="connsiteX177" fmla="*/ 1462415 w 12192000"/>
              <a:gd name="connsiteY177" fmla="*/ 0 h 2685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Lst>
            <a:rect l="l" t="t" r="r" b="b"/>
            <a:pathLst>
              <a:path w="12192000" h="2685062">
                <a:moveTo>
                  <a:pt x="1462415" y="0"/>
                </a:moveTo>
                <a:lnTo>
                  <a:pt x="1494432" y="2457"/>
                </a:lnTo>
                <a:lnTo>
                  <a:pt x="1523667" y="11778"/>
                </a:lnTo>
                <a:lnTo>
                  <a:pt x="1523067" y="14207"/>
                </a:lnTo>
                <a:cubicBezTo>
                  <a:pt x="1523507" y="15871"/>
                  <a:pt x="1525127" y="16145"/>
                  <a:pt x="1527695" y="15715"/>
                </a:cubicBezTo>
                <a:lnTo>
                  <a:pt x="1532258" y="14518"/>
                </a:lnTo>
                <a:lnTo>
                  <a:pt x="1537796" y="16283"/>
                </a:lnTo>
                <a:lnTo>
                  <a:pt x="1553041" y="20452"/>
                </a:lnTo>
                <a:lnTo>
                  <a:pt x="1557495" y="25861"/>
                </a:lnTo>
                <a:cubicBezTo>
                  <a:pt x="1571578" y="34900"/>
                  <a:pt x="1608020" y="28047"/>
                  <a:pt x="1617448" y="40977"/>
                </a:cubicBezTo>
                <a:lnTo>
                  <a:pt x="1636697" y="39108"/>
                </a:lnTo>
                <a:lnTo>
                  <a:pt x="1657286" y="49000"/>
                </a:lnTo>
                <a:cubicBezTo>
                  <a:pt x="1676389" y="57312"/>
                  <a:pt x="1696470" y="62807"/>
                  <a:pt x="1719191" y="56920"/>
                </a:cubicBezTo>
                <a:cubicBezTo>
                  <a:pt x="1709669" y="73491"/>
                  <a:pt x="1773685" y="56115"/>
                  <a:pt x="1787126" y="71960"/>
                </a:cubicBezTo>
                <a:cubicBezTo>
                  <a:pt x="1795166" y="84864"/>
                  <a:pt x="1816465" y="82599"/>
                  <a:pt x="1834555" y="86590"/>
                </a:cubicBezTo>
                <a:cubicBezTo>
                  <a:pt x="1850712" y="99365"/>
                  <a:pt x="1937782" y="107374"/>
                  <a:pt x="1966070" y="103987"/>
                </a:cubicBezTo>
                <a:cubicBezTo>
                  <a:pt x="2043209" y="86564"/>
                  <a:pt x="2126459" y="137078"/>
                  <a:pt x="2188582" y="124532"/>
                </a:cubicBezTo>
                <a:cubicBezTo>
                  <a:pt x="2206064" y="124932"/>
                  <a:pt x="2221206" y="127247"/>
                  <a:pt x="2234811" y="130739"/>
                </a:cubicBezTo>
                <a:lnTo>
                  <a:pt x="2270005" y="143358"/>
                </a:lnTo>
                <a:lnTo>
                  <a:pt x="2274208" y="152634"/>
                </a:lnTo>
                <a:lnTo>
                  <a:pt x="2298905" y="157215"/>
                </a:lnTo>
                <a:lnTo>
                  <a:pt x="2304521" y="159957"/>
                </a:lnTo>
                <a:cubicBezTo>
                  <a:pt x="2315230" y="165224"/>
                  <a:pt x="2326016" y="170200"/>
                  <a:pt x="2337696" y="174150"/>
                </a:cubicBezTo>
                <a:cubicBezTo>
                  <a:pt x="2354259" y="137711"/>
                  <a:pt x="2439767" y="201742"/>
                  <a:pt x="2432112" y="166646"/>
                </a:cubicBezTo>
                <a:cubicBezTo>
                  <a:pt x="2482400" y="178172"/>
                  <a:pt x="2480978" y="159994"/>
                  <a:pt x="2500149" y="168723"/>
                </a:cubicBezTo>
                <a:lnTo>
                  <a:pt x="2504776" y="171455"/>
                </a:lnTo>
                <a:lnTo>
                  <a:pt x="2507358" y="177677"/>
                </a:lnTo>
                <a:lnTo>
                  <a:pt x="2518847" y="180936"/>
                </a:lnTo>
                <a:lnTo>
                  <a:pt x="2528864" y="188517"/>
                </a:lnTo>
                <a:cubicBezTo>
                  <a:pt x="2656589" y="189245"/>
                  <a:pt x="2818894" y="267460"/>
                  <a:pt x="2938613" y="248764"/>
                </a:cubicBezTo>
                <a:lnTo>
                  <a:pt x="3132513" y="229282"/>
                </a:lnTo>
                <a:cubicBezTo>
                  <a:pt x="3153391" y="218737"/>
                  <a:pt x="3187482" y="219423"/>
                  <a:pt x="3208657" y="230814"/>
                </a:cubicBezTo>
                <a:cubicBezTo>
                  <a:pt x="3212298" y="232773"/>
                  <a:pt x="3215412" y="234983"/>
                  <a:pt x="3217904" y="237375"/>
                </a:cubicBezTo>
                <a:cubicBezTo>
                  <a:pt x="3279351" y="212726"/>
                  <a:pt x="3298012" y="233121"/>
                  <a:pt x="3330150" y="214762"/>
                </a:cubicBezTo>
                <a:cubicBezTo>
                  <a:pt x="3405531" y="217422"/>
                  <a:pt x="3451160" y="247861"/>
                  <a:pt x="3480527" y="231960"/>
                </a:cubicBezTo>
                <a:cubicBezTo>
                  <a:pt x="3516075" y="238991"/>
                  <a:pt x="3553819" y="269164"/>
                  <a:pt x="3591806" y="253003"/>
                </a:cubicBezTo>
                <a:cubicBezTo>
                  <a:pt x="3586673" y="270421"/>
                  <a:pt x="3640034" y="246868"/>
                  <a:pt x="3655143" y="261318"/>
                </a:cubicBezTo>
                <a:cubicBezTo>
                  <a:pt x="3664868" y="273371"/>
                  <a:pt x="3683329" y="269035"/>
                  <a:pt x="3700191" y="271235"/>
                </a:cubicBezTo>
                <a:cubicBezTo>
                  <a:pt x="3717097" y="282363"/>
                  <a:pt x="3796016" y="281812"/>
                  <a:pt x="3820459" y="275675"/>
                </a:cubicBezTo>
                <a:cubicBezTo>
                  <a:pt x="3885463" y="250791"/>
                  <a:pt x="3969506" y="292904"/>
                  <a:pt x="4022158" y="274341"/>
                </a:cubicBezTo>
                <a:cubicBezTo>
                  <a:pt x="4084571" y="269096"/>
                  <a:pt x="4119856" y="297968"/>
                  <a:pt x="4164508" y="309117"/>
                </a:cubicBezTo>
                <a:cubicBezTo>
                  <a:pt x="4171915" y="271244"/>
                  <a:pt x="4260667" y="326583"/>
                  <a:pt x="4246843" y="292417"/>
                </a:cubicBezTo>
                <a:cubicBezTo>
                  <a:pt x="4309458" y="301142"/>
                  <a:pt x="4279869" y="266331"/>
                  <a:pt x="4337133" y="304707"/>
                </a:cubicBezTo>
                <a:cubicBezTo>
                  <a:pt x="4450694" y="292933"/>
                  <a:pt x="4593547" y="330375"/>
                  <a:pt x="4696109" y="300060"/>
                </a:cubicBezTo>
                <a:lnTo>
                  <a:pt x="4928090" y="291457"/>
                </a:lnTo>
                <a:lnTo>
                  <a:pt x="4960316" y="287841"/>
                </a:lnTo>
                <a:cubicBezTo>
                  <a:pt x="4960491" y="287029"/>
                  <a:pt x="4960665" y="286217"/>
                  <a:pt x="4960840" y="285406"/>
                </a:cubicBezTo>
                <a:cubicBezTo>
                  <a:pt x="4962018" y="283892"/>
                  <a:pt x="4963691" y="283924"/>
                  <a:pt x="4965958" y="284802"/>
                </a:cubicBezTo>
                <a:lnTo>
                  <a:pt x="4969785" y="286778"/>
                </a:lnTo>
                <a:lnTo>
                  <a:pt x="4975889" y="286093"/>
                </a:lnTo>
                <a:lnTo>
                  <a:pt x="4992382" y="284871"/>
                </a:lnTo>
                <a:lnTo>
                  <a:pt x="4999094" y="280499"/>
                </a:lnTo>
                <a:lnTo>
                  <a:pt x="5080965" y="282208"/>
                </a:lnTo>
                <a:lnTo>
                  <a:pt x="5105166" y="276473"/>
                </a:lnTo>
                <a:cubicBezTo>
                  <a:pt x="5127226" y="271982"/>
                  <a:pt x="5148953" y="270367"/>
                  <a:pt x="5168054" y="280137"/>
                </a:cubicBezTo>
                <a:cubicBezTo>
                  <a:pt x="5166431" y="262533"/>
                  <a:pt x="5219894" y="290815"/>
                  <a:pt x="5239940" y="278079"/>
                </a:cubicBezTo>
                <a:cubicBezTo>
                  <a:pt x="5253484" y="267178"/>
                  <a:pt x="5272860" y="273220"/>
                  <a:pt x="5291998" y="272685"/>
                </a:cubicBezTo>
                <a:cubicBezTo>
                  <a:pt x="5313255" y="263383"/>
                  <a:pt x="5400292" y="271538"/>
                  <a:pt x="5425861" y="279926"/>
                </a:cubicBezTo>
                <a:cubicBezTo>
                  <a:pt x="5491875" y="310639"/>
                  <a:pt x="5594484" y="277380"/>
                  <a:pt x="5648321" y="300693"/>
                </a:cubicBezTo>
                <a:cubicBezTo>
                  <a:pt x="5665248" y="303486"/>
                  <a:pt x="5680800" y="304021"/>
                  <a:pt x="5695414" y="303150"/>
                </a:cubicBezTo>
                <a:lnTo>
                  <a:pt x="5743064" y="289335"/>
                </a:lnTo>
                <a:lnTo>
                  <a:pt x="5768797" y="289436"/>
                </a:lnTo>
                <a:lnTo>
                  <a:pt x="5775419" y="287831"/>
                </a:lnTo>
                <a:cubicBezTo>
                  <a:pt x="5788059" y="284732"/>
                  <a:pt x="5800646" y="281926"/>
                  <a:pt x="5813624" y="280263"/>
                </a:cubicBezTo>
                <a:cubicBezTo>
                  <a:pt x="5812999" y="318182"/>
                  <a:pt x="5923892" y="272386"/>
                  <a:pt x="5900676" y="304615"/>
                </a:cubicBezTo>
                <a:cubicBezTo>
                  <a:pt x="5954067" y="302717"/>
                  <a:pt x="5944477" y="319870"/>
                  <a:pt x="5966795" y="314993"/>
                </a:cubicBezTo>
                <a:lnTo>
                  <a:pt x="5972463" y="313217"/>
                </a:lnTo>
                <a:lnTo>
                  <a:pt x="5977754" y="307726"/>
                </a:lnTo>
                <a:lnTo>
                  <a:pt x="5990232" y="306694"/>
                </a:lnTo>
                <a:lnTo>
                  <a:pt x="6003260" y="301250"/>
                </a:lnTo>
                <a:cubicBezTo>
                  <a:pt x="6125949" y="323771"/>
                  <a:pt x="6292426" y="300774"/>
                  <a:pt x="6398655" y="340447"/>
                </a:cubicBezTo>
                <a:lnTo>
                  <a:pt x="6477250" y="370643"/>
                </a:lnTo>
                <a:cubicBezTo>
                  <a:pt x="6518147" y="382960"/>
                  <a:pt x="6560561" y="347277"/>
                  <a:pt x="6599996" y="371929"/>
                </a:cubicBezTo>
                <a:cubicBezTo>
                  <a:pt x="6615225" y="385828"/>
                  <a:pt x="6648193" y="391366"/>
                  <a:pt x="6673632" y="384303"/>
                </a:cubicBezTo>
                <a:cubicBezTo>
                  <a:pt x="6678009" y="383088"/>
                  <a:pt x="6681993" y="381536"/>
                  <a:pt x="6685461" y="379698"/>
                </a:cubicBezTo>
                <a:cubicBezTo>
                  <a:pt x="6733172" y="414481"/>
                  <a:pt x="6760278" y="398336"/>
                  <a:pt x="6782761" y="421766"/>
                </a:cubicBezTo>
                <a:cubicBezTo>
                  <a:pt x="6856177" y="432921"/>
                  <a:pt x="6913662" y="412056"/>
                  <a:pt x="6934599" y="432626"/>
                </a:cubicBezTo>
                <a:cubicBezTo>
                  <a:pt x="6971837" y="432351"/>
                  <a:pt x="7021650" y="410307"/>
                  <a:pt x="7050728" y="432695"/>
                </a:cubicBezTo>
                <a:cubicBezTo>
                  <a:pt x="7053692" y="415076"/>
                  <a:pt x="7094152" y="447339"/>
                  <a:pt x="7115167" y="436243"/>
                </a:cubicBezTo>
                <a:cubicBezTo>
                  <a:pt x="7129937" y="426464"/>
                  <a:pt x="7145660" y="433973"/>
                  <a:pt x="7162809" y="434931"/>
                </a:cubicBezTo>
                <a:cubicBezTo>
                  <a:pt x="7184039" y="427343"/>
                  <a:pt x="7259393" y="442217"/>
                  <a:pt x="7280034" y="452539"/>
                </a:cubicBezTo>
                <a:cubicBezTo>
                  <a:pt x="7331046" y="488194"/>
                  <a:pt x="7430616" y="463128"/>
                  <a:pt x="7472654" y="490482"/>
                </a:cubicBezTo>
                <a:cubicBezTo>
                  <a:pt x="7541994" y="500728"/>
                  <a:pt x="7643498" y="509315"/>
                  <a:pt x="7696080" y="514010"/>
                </a:cubicBezTo>
                <a:cubicBezTo>
                  <a:pt x="7760013" y="517032"/>
                  <a:pt x="7715914" y="545003"/>
                  <a:pt x="7788139" y="518649"/>
                </a:cubicBezTo>
                <a:cubicBezTo>
                  <a:pt x="7891601" y="550571"/>
                  <a:pt x="8143222" y="510864"/>
                  <a:pt x="8227756" y="558548"/>
                </a:cubicBezTo>
                <a:cubicBezTo>
                  <a:pt x="8317876" y="569251"/>
                  <a:pt x="8261697" y="569546"/>
                  <a:pt x="8328859" y="582867"/>
                </a:cubicBezTo>
                <a:cubicBezTo>
                  <a:pt x="8336976" y="627379"/>
                  <a:pt x="8495085" y="643261"/>
                  <a:pt x="8532898" y="668282"/>
                </a:cubicBezTo>
                <a:cubicBezTo>
                  <a:pt x="8626867" y="678146"/>
                  <a:pt x="8698118" y="715603"/>
                  <a:pt x="8792925" y="701900"/>
                </a:cubicBezTo>
                <a:cubicBezTo>
                  <a:pt x="8796856" y="707882"/>
                  <a:pt x="8802564" y="712918"/>
                  <a:pt x="8809491" y="717262"/>
                </a:cubicBezTo>
                <a:lnTo>
                  <a:pt x="8814066" y="719410"/>
                </a:lnTo>
                <a:lnTo>
                  <a:pt x="8815751" y="718686"/>
                </a:lnTo>
                <a:cubicBezTo>
                  <a:pt x="8822134" y="717141"/>
                  <a:pt x="8829906" y="716502"/>
                  <a:pt x="8840540" y="717083"/>
                </a:cubicBezTo>
                <a:cubicBezTo>
                  <a:pt x="8844566" y="676948"/>
                  <a:pt x="8862586" y="704813"/>
                  <a:pt x="8897062" y="697553"/>
                </a:cubicBezTo>
                <a:cubicBezTo>
                  <a:pt x="8926967" y="693826"/>
                  <a:pt x="8941387" y="680067"/>
                  <a:pt x="8965922" y="672885"/>
                </a:cubicBezTo>
                <a:cubicBezTo>
                  <a:pt x="8985861" y="668208"/>
                  <a:pt x="8990451" y="680326"/>
                  <a:pt x="9016694" y="669496"/>
                </a:cubicBezTo>
                <a:cubicBezTo>
                  <a:pt x="9064226" y="680468"/>
                  <a:pt x="9102961" y="653230"/>
                  <a:pt x="9139695" y="648174"/>
                </a:cubicBezTo>
                <a:cubicBezTo>
                  <a:pt x="9151373" y="649226"/>
                  <a:pt x="9186538" y="645057"/>
                  <a:pt x="9219129" y="639013"/>
                </a:cubicBezTo>
                <a:lnTo>
                  <a:pt x="9221354" y="638501"/>
                </a:lnTo>
                <a:lnTo>
                  <a:pt x="9237592" y="642494"/>
                </a:lnTo>
                <a:cubicBezTo>
                  <a:pt x="9241555" y="644212"/>
                  <a:pt x="9242210" y="646204"/>
                  <a:pt x="9236570" y="648762"/>
                </a:cubicBezTo>
                <a:cubicBezTo>
                  <a:pt x="9241114" y="652055"/>
                  <a:pt x="9245782" y="653517"/>
                  <a:pt x="9250521" y="654041"/>
                </a:cubicBezTo>
                <a:cubicBezTo>
                  <a:pt x="9259996" y="655089"/>
                  <a:pt x="9269753" y="652386"/>
                  <a:pt x="9279357" y="653083"/>
                </a:cubicBezTo>
                <a:lnTo>
                  <a:pt x="9289731" y="656356"/>
                </a:lnTo>
                <a:lnTo>
                  <a:pt x="9293723" y="656237"/>
                </a:lnTo>
                <a:lnTo>
                  <a:pt x="9303097" y="656723"/>
                </a:lnTo>
                <a:lnTo>
                  <a:pt x="9302251" y="652725"/>
                </a:lnTo>
                <a:cubicBezTo>
                  <a:pt x="9300561" y="648869"/>
                  <a:pt x="9299408" y="644676"/>
                  <a:pt x="9314122" y="645860"/>
                </a:cubicBezTo>
                <a:cubicBezTo>
                  <a:pt x="9344433" y="650204"/>
                  <a:pt x="9356229" y="634440"/>
                  <a:pt x="9367772" y="650683"/>
                </a:cubicBezTo>
                <a:lnTo>
                  <a:pt x="9370291" y="655264"/>
                </a:lnTo>
                <a:lnTo>
                  <a:pt x="9377007" y="656308"/>
                </a:lnTo>
                <a:cubicBezTo>
                  <a:pt x="9380660" y="656340"/>
                  <a:pt x="9382824" y="655350"/>
                  <a:pt x="9382497" y="652427"/>
                </a:cubicBezTo>
                <a:cubicBezTo>
                  <a:pt x="9410043" y="665739"/>
                  <a:pt x="9444726" y="648939"/>
                  <a:pt x="9474013" y="647005"/>
                </a:cubicBezTo>
                <a:cubicBezTo>
                  <a:pt x="9494765" y="659508"/>
                  <a:pt x="9535746" y="643122"/>
                  <a:pt x="9595899" y="646979"/>
                </a:cubicBezTo>
                <a:cubicBezTo>
                  <a:pt x="9618462" y="661284"/>
                  <a:pt x="9636478" y="649421"/>
                  <a:pt x="9681269" y="669984"/>
                </a:cubicBezTo>
                <a:cubicBezTo>
                  <a:pt x="9683619" y="668616"/>
                  <a:pt x="9686437" y="667412"/>
                  <a:pt x="9689635" y="666408"/>
                </a:cubicBezTo>
                <a:cubicBezTo>
                  <a:pt x="9708219" y="660578"/>
                  <a:pt x="9735343" y="662659"/>
                  <a:pt x="9750215" y="671056"/>
                </a:cubicBezTo>
                <a:cubicBezTo>
                  <a:pt x="9822560" y="699676"/>
                  <a:pt x="9892985" y="704863"/>
                  <a:pt x="9957974" y="715080"/>
                </a:cubicBezTo>
                <a:cubicBezTo>
                  <a:pt x="10031995" y="724171"/>
                  <a:pt x="9987651" y="694466"/>
                  <a:pt x="10076482" y="723397"/>
                </a:cubicBezTo>
                <a:cubicBezTo>
                  <a:pt x="10088264" y="715403"/>
                  <a:pt x="10100170" y="715974"/>
                  <a:pt x="10119263" y="721877"/>
                </a:cubicBezTo>
                <a:cubicBezTo>
                  <a:pt x="10155360" y="725633"/>
                  <a:pt x="10156886" y="703170"/>
                  <a:pt x="10190893" y="719606"/>
                </a:cubicBezTo>
                <a:cubicBezTo>
                  <a:pt x="10186651" y="707114"/>
                  <a:pt x="10260542" y="720706"/>
                  <a:pt x="10246203" y="706893"/>
                </a:cubicBezTo>
                <a:cubicBezTo>
                  <a:pt x="10271921" y="697978"/>
                  <a:pt x="10280122" y="716866"/>
                  <a:pt x="10305396" y="709359"/>
                </a:cubicBezTo>
                <a:cubicBezTo>
                  <a:pt x="10332266" y="709354"/>
                  <a:pt x="10287753" y="720864"/>
                  <a:pt x="10316856" y="724179"/>
                </a:cubicBezTo>
                <a:cubicBezTo>
                  <a:pt x="10352558" y="726042"/>
                  <a:pt x="10348261" y="747938"/>
                  <a:pt x="10380919" y="722193"/>
                </a:cubicBezTo>
                <a:cubicBezTo>
                  <a:pt x="10416787" y="731946"/>
                  <a:pt x="10426384" y="719959"/>
                  <a:pt x="10478351" y="717620"/>
                </a:cubicBezTo>
                <a:cubicBezTo>
                  <a:pt x="10498311" y="726260"/>
                  <a:pt x="10516018" y="724144"/>
                  <a:pt x="10533954" y="718660"/>
                </a:cubicBezTo>
                <a:cubicBezTo>
                  <a:pt x="10583102" y="724237"/>
                  <a:pt x="10630104" y="717410"/>
                  <a:pt x="10686474" y="717507"/>
                </a:cubicBezTo>
                <a:cubicBezTo>
                  <a:pt x="10745160" y="730015"/>
                  <a:pt x="10779502" y="713124"/>
                  <a:pt x="10839729" y="713306"/>
                </a:cubicBezTo>
                <a:cubicBezTo>
                  <a:pt x="10895292" y="735596"/>
                  <a:pt x="10883335" y="689293"/>
                  <a:pt x="10933271" y="693628"/>
                </a:cubicBezTo>
                <a:cubicBezTo>
                  <a:pt x="11011861" y="715600"/>
                  <a:pt x="10933941" y="678563"/>
                  <a:pt x="11058950" y="692031"/>
                </a:cubicBezTo>
                <a:cubicBezTo>
                  <a:pt x="11065574" y="695312"/>
                  <a:pt x="11081347" y="693264"/>
                  <a:pt x="11080388" y="689245"/>
                </a:cubicBezTo>
                <a:cubicBezTo>
                  <a:pt x="11088176" y="690921"/>
                  <a:pt x="11106032" y="699551"/>
                  <a:pt x="11108911" y="693363"/>
                </a:cubicBezTo>
                <a:cubicBezTo>
                  <a:pt x="11149149" y="694912"/>
                  <a:pt x="11188483" y="700869"/>
                  <a:pt x="11223119" y="710661"/>
                </a:cubicBezTo>
                <a:cubicBezTo>
                  <a:pt x="11302059" y="704266"/>
                  <a:pt x="11255617" y="731239"/>
                  <a:pt x="11311983" y="731410"/>
                </a:cubicBezTo>
                <a:cubicBezTo>
                  <a:pt x="11358665" y="721567"/>
                  <a:pt x="11373894" y="732638"/>
                  <a:pt x="11426940" y="727340"/>
                </a:cubicBezTo>
                <a:cubicBezTo>
                  <a:pt x="11441993" y="748767"/>
                  <a:pt x="11476074" y="727962"/>
                  <a:pt x="11495624" y="734858"/>
                </a:cubicBezTo>
                <a:cubicBezTo>
                  <a:pt x="11530841" y="712823"/>
                  <a:pt x="11572173" y="761025"/>
                  <a:pt x="11605975" y="762433"/>
                </a:cubicBezTo>
                <a:cubicBezTo>
                  <a:pt x="11663316" y="761143"/>
                  <a:pt x="11727635" y="739871"/>
                  <a:pt x="11756134" y="765012"/>
                </a:cubicBezTo>
                <a:cubicBezTo>
                  <a:pt x="11761348" y="755468"/>
                  <a:pt x="11757526" y="741943"/>
                  <a:pt x="11789788" y="745316"/>
                </a:cubicBezTo>
                <a:cubicBezTo>
                  <a:pt x="11803253" y="740995"/>
                  <a:pt x="11807074" y="726138"/>
                  <a:pt x="11832833" y="734720"/>
                </a:cubicBezTo>
                <a:cubicBezTo>
                  <a:pt x="11798846" y="746443"/>
                  <a:pt x="11852821" y="750721"/>
                  <a:pt x="11846338" y="765994"/>
                </a:cubicBezTo>
                <a:cubicBezTo>
                  <a:pt x="11885947" y="777555"/>
                  <a:pt x="11979991" y="768560"/>
                  <a:pt x="11972492" y="796180"/>
                </a:cubicBezTo>
                <a:cubicBezTo>
                  <a:pt x="11982931" y="813135"/>
                  <a:pt x="12037186" y="790090"/>
                  <a:pt x="12035979" y="807835"/>
                </a:cubicBezTo>
                <a:cubicBezTo>
                  <a:pt x="12059694" y="797410"/>
                  <a:pt x="12098516" y="817951"/>
                  <a:pt x="12135850" y="819056"/>
                </a:cubicBezTo>
                <a:cubicBezTo>
                  <a:pt x="12142309" y="827359"/>
                  <a:pt x="12150917" y="827343"/>
                  <a:pt x="12166092" y="823695"/>
                </a:cubicBezTo>
                <a:lnTo>
                  <a:pt x="12190645" y="826863"/>
                </a:lnTo>
                <a:lnTo>
                  <a:pt x="12192000" y="880762"/>
                </a:lnTo>
                <a:lnTo>
                  <a:pt x="12192000" y="2685062"/>
                </a:lnTo>
                <a:lnTo>
                  <a:pt x="0" y="2685062"/>
                </a:lnTo>
                <a:lnTo>
                  <a:pt x="0" y="283917"/>
                </a:lnTo>
                <a:lnTo>
                  <a:pt x="44213" y="302297"/>
                </a:lnTo>
                <a:cubicBezTo>
                  <a:pt x="57125" y="321111"/>
                  <a:pt x="151150" y="310991"/>
                  <a:pt x="172465" y="314866"/>
                </a:cubicBezTo>
                <a:cubicBezTo>
                  <a:pt x="201883" y="307918"/>
                  <a:pt x="192551" y="309357"/>
                  <a:pt x="223361" y="304828"/>
                </a:cubicBezTo>
                <a:cubicBezTo>
                  <a:pt x="235273" y="283233"/>
                  <a:pt x="290082" y="292239"/>
                  <a:pt x="320595" y="288341"/>
                </a:cubicBezTo>
                <a:cubicBezTo>
                  <a:pt x="326821" y="269140"/>
                  <a:pt x="347105" y="264031"/>
                  <a:pt x="401087" y="246745"/>
                </a:cubicBezTo>
                <a:cubicBezTo>
                  <a:pt x="407068" y="225028"/>
                  <a:pt x="475269" y="251137"/>
                  <a:pt x="495839" y="217305"/>
                </a:cubicBezTo>
                <a:cubicBezTo>
                  <a:pt x="499633" y="218429"/>
                  <a:pt x="503698" y="219260"/>
                  <a:pt x="507910" y="219773"/>
                </a:cubicBezTo>
                <a:cubicBezTo>
                  <a:pt x="532375" y="222751"/>
                  <a:pt x="556339" y="214552"/>
                  <a:pt x="561428" y="201460"/>
                </a:cubicBezTo>
                <a:cubicBezTo>
                  <a:pt x="599747" y="152259"/>
                  <a:pt x="661201" y="177254"/>
                  <a:pt x="712813" y="151411"/>
                </a:cubicBezTo>
                <a:cubicBezTo>
                  <a:pt x="774420" y="124993"/>
                  <a:pt x="765426" y="123535"/>
                  <a:pt x="819366" y="70479"/>
                </a:cubicBezTo>
                <a:cubicBezTo>
                  <a:pt x="839647" y="77460"/>
                  <a:pt x="850544" y="74267"/>
                  <a:pt x="862489" y="63238"/>
                </a:cubicBezTo>
                <a:cubicBezTo>
                  <a:pt x="893284" y="51157"/>
                  <a:pt x="919686" y="77447"/>
                  <a:pt x="934387" y="50788"/>
                </a:cubicBezTo>
                <a:cubicBezTo>
                  <a:pt x="936825" y="54711"/>
                  <a:pt x="942184" y="55671"/>
                  <a:pt x="948874" y="55208"/>
                </a:cubicBezTo>
                <a:lnTo>
                  <a:pt x="955237" y="54040"/>
                </a:lnTo>
                <a:lnTo>
                  <a:pt x="955886" y="54325"/>
                </a:lnTo>
                <a:lnTo>
                  <a:pt x="957239" y="53673"/>
                </a:lnTo>
                <a:lnTo>
                  <a:pt x="971343" y="51086"/>
                </a:lnTo>
                <a:cubicBezTo>
                  <a:pt x="986863" y="47540"/>
                  <a:pt x="1001346" y="44460"/>
                  <a:pt x="1002063" y="54158"/>
                </a:cubicBezTo>
                <a:cubicBezTo>
                  <a:pt x="1010763" y="55438"/>
                  <a:pt x="1016476" y="54893"/>
                  <a:pt x="1020663" y="53408"/>
                </a:cubicBezTo>
                <a:cubicBezTo>
                  <a:pt x="1029036" y="50440"/>
                  <a:pt x="1031306" y="43717"/>
                  <a:pt x="1039181" y="40356"/>
                </a:cubicBezTo>
                <a:lnTo>
                  <a:pt x="1051914" y="39166"/>
                </a:lnTo>
                <a:lnTo>
                  <a:pt x="1054501" y="37372"/>
                </a:lnTo>
                <a:lnTo>
                  <a:pt x="1061859" y="33902"/>
                </a:lnTo>
                <a:lnTo>
                  <a:pt x="1054558" y="30385"/>
                </a:lnTo>
                <a:cubicBezTo>
                  <a:pt x="1046905" y="27358"/>
                  <a:pt x="1128596" y="22367"/>
                  <a:pt x="1140852" y="17327"/>
                </a:cubicBezTo>
                <a:lnTo>
                  <a:pt x="1214144" y="6192"/>
                </a:lnTo>
                <a:lnTo>
                  <a:pt x="1338122" y="27996"/>
                </a:lnTo>
                <a:cubicBezTo>
                  <a:pt x="1367144" y="1801"/>
                  <a:pt x="1432673" y="14019"/>
                  <a:pt x="1462415" y="0"/>
                </a:cubicBezTo>
                <a:close/>
              </a:path>
            </a:pathLst>
          </a:cu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itle 1">
            <a:extLst>
              <a:ext uri="{FF2B5EF4-FFF2-40B4-BE49-F238E27FC236}">
                <a16:creationId xmlns:a16="http://schemas.microsoft.com/office/drawing/2014/main" id="{FAB67E64-6117-92BB-1CB3-A73A654DAAAF}"/>
              </a:ext>
            </a:extLst>
          </p:cNvPr>
          <p:cNvSpPr>
            <a:spLocks noGrp="1"/>
          </p:cNvSpPr>
          <p:nvPr>
            <p:ph type="title"/>
          </p:nvPr>
        </p:nvSpPr>
        <p:spPr>
          <a:xfrm>
            <a:off x="1618082" y="4779792"/>
            <a:ext cx="8943998" cy="856722"/>
          </a:xfrm>
        </p:spPr>
        <p:txBody>
          <a:bodyPr vert="horz" lIns="91440" tIns="45720" rIns="91440" bIns="45720" rtlCol="0" anchor="b">
            <a:normAutofit/>
          </a:bodyPr>
          <a:lstStyle/>
          <a:p>
            <a:r>
              <a:rPr lang="en-US" sz="2400">
                <a:solidFill>
                  <a:schemeClr val="tx1">
                    <a:lumMod val="85000"/>
                    <a:lumOff val="15000"/>
                  </a:schemeClr>
                </a:solidFill>
              </a:rPr>
              <a:t>Actual Achievements</a:t>
            </a:r>
            <a:br>
              <a:rPr lang="en-US" sz="2400">
                <a:solidFill>
                  <a:schemeClr val="tx1">
                    <a:lumMod val="85000"/>
                    <a:lumOff val="15000"/>
                  </a:schemeClr>
                </a:solidFill>
              </a:rPr>
            </a:br>
            <a:r>
              <a:rPr lang="en-US" sz="2400" b="1">
                <a:solidFill>
                  <a:schemeClr val="tx1">
                    <a:lumMod val="85000"/>
                    <a:lumOff val="15000"/>
                  </a:schemeClr>
                </a:solidFill>
              </a:rPr>
              <a:t>User Personas</a:t>
            </a:r>
          </a:p>
        </p:txBody>
      </p:sp>
      <p:pic>
        <p:nvPicPr>
          <p:cNvPr id="8" name="Picture 7">
            <a:extLst>
              <a:ext uri="{FF2B5EF4-FFF2-40B4-BE49-F238E27FC236}">
                <a16:creationId xmlns:a16="http://schemas.microsoft.com/office/drawing/2014/main" id="{7866CF36-0DCB-5299-080E-62790DA1227E}"/>
              </a:ext>
            </a:extLst>
          </p:cNvPr>
          <p:cNvPicPr>
            <a:picLocks noChangeAspect="1"/>
          </p:cNvPicPr>
          <p:nvPr/>
        </p:nvPicPr>
        <p:blipFill>
          <a:blip r:embed="rId3"/>
          <a:stretch>
            <a:fillRect/>
          </a:stretch>
        </p:blipFill>
        <p:spPr>
          <a:xfrm>
            <a:off x="8264533" y="1249878"/>
            <a:ext cx="3027384" cy="2338653"/>
          </a:xfrm>
          <a:prstGeom prst="rect">
            <a:avLst/>
          </a:prstGeom>
        </p:spPr>
      </p:pic>
      <p:pic>
        <p:nvPicPr>
          <p:cNvPr id="7" name="Picture 6">
            <a:extLst>
              <a:ext uri="{FF2B5EF4-FFF2-40B4-BE49-F238E27FC236}">
                <a16:creationId xmlns:a16="http://schemas.microsoft.com/office/drawing/2014/main" id="{A5B38731-2E2C-D19C-B97A-AD721FFCE5AB}"/>
              </a:ext>
            </a:extLst>
          </p:cNvPr>
          <p:cNvPicPr>
            <a:picLocks noChangeAspect="1"/>
          </p:cNvPicPr>
          <p:nvPr/>
        </p:nvPicPr>
        <p:blipFill>
          <a:blip r:embed="rId4"/>
          <a:stretch>
            <a:fillRect/>
          </a:stretch>
        </p:blipFill>
        <p:spPr>
          <a:xfrm>
            <a:off x="4614834" y="1248965"/>
            <a:ext cx="3026664" cy="2360797"/>
          </a:xfrm>
          <a:prstGeom prst="rect">
            <a:avLst/>
          </a:prstGeom>
        </p:spPr>
      </p:pic>
      <p:pic>
        <p:nvPicPr>
          <p:cNvPr id="6" name="Picture 5">
            <a:extLst>
              <a:ext uri="{FF2B5EF4-FFF2-40B4-BE49-F238E27FC236}">
                <a16:creationId xmlns:a16="http://schemas.microsoft.com/office/drawing/2014/main" id="{3087CEC6-35D6-061A-FE2B-4BA90E0C899C}"/>
              </a:ext>
            </a:extLst>
          </p:cNvPr>
          <p:cNvPicPr>
            <a:picLocks noChangeAspect="1"/>
          </p:cNvPicPr>
          <p:nvPr/>
        </p:nvPicPr>
        <p:blipFill>
          <a:blip r:embed="rId5"/>
          <a:stretch>
            <a:fillRect/>
          </a:stretch>
        </p:blipFill>
        <p:spPr>
          <a:xfrm>
            <a:off x="990326" y="1252749"/>
            <a:ext cx="3026664" cy="2353230"/>
          </a:xfrm>
          <a:prstGeom prst="rect">
            <a:avLst/>
          </a:prstGeom>
        </p:spPr>
      </p:pic>
    </p:spTree>
    <p:extLst>
      <p:ext uri="{BB962C8B-B14F-4D97-AF65-F5344CB8AC3E}">
        <p14:creationId xmlns:p14="http://schemas.microsoft.com/office/powerpoint/2010/main" val="14923805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858176-339D-37B7-AFF8-1361E3F13A0F}"/>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2D9E5A70-D831-F84F-8E0F-A246A5578A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3">
            <a:extLst>
              <a:ext uri="{FF2B5EF4-FFF2-40B4-BE49-F238E27FC236}">
                <a16:creationId xmlns:a16="http://schemas.microsoft.com/office/drawing/2014/main" id="{8B92A8A2-43F0-CDA5-B32B-53B01D7703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6745" y="640080"/>
            <a:ext cx="10920415" cy="5577818"/>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7A4D04D-3682-0D56-9FF7-0B072B0448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8024" y="960109"/>
            <a:ext cx="10277856" cy="49377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9221D2AE-C69C-1CC4-3BEF-9F4E40AA6C55}"/>
              </a:ext>
            </a:extLst>
          </p:cNvPr>
          <p:cNvSpPr>
            <a:spLocks noGrp="1"/>
          </p:cNvSpPr>
          <p:nvPr>
            <p:ph type="title"/>
          </p:nvPr>
        </p:nvSpPr>
        <p:spPr>
          <a:xfrm>
            <a:off x="1674283" y="978958"/>
            <a:ext cx="10515600" cy="1325563"/>
          </a:xfrm>
        </p:spPr>
        <p:txBody>
          <a:bodyPr/>
          <a:lstStyle/>
          <a:p>
            <a:r>
              <a:rPr lang="en-AU"/>
              <a:t>Why It Matters</a:t>
            </a:r>
          </a:p>
        </p:txBody>
      </p:sp>
      <p:sp>
        <p:nvSpPr>
          <p:cNvPr id="5" name="Rectangle: Rounded Corners 4">
            <a:extLst>
              <a:ext uri="{FF2B5EF4-FFF2-40B4-BE49-F238E27FC236}">
                <a16:creationId xmlns:a16="http://schemas.microsoft.com/office/drawing/2014/main" id="{51C4CEA5-F413-4CC6-CA77-3ECB43E0833F}"/>
              </a:ext>
            </a:extLst>
          </p:cNvPr>
          <p:cNvSpPr/>
          <p:nvPr/>
        </p:nvSpPr>
        <p:spPr>
          <a:xfrm>
            <a:off x="2277852" y="3521550"/>
            <a:ext cx="2770094" cy="871395"/>
          </a:xfrm>
          <a:prstGeom prst="roundRect">
            <a:avLst/>
          </a:prstGeom>
          <a:solidFill>
            <a:schemeClr val="accent5">
              <a:lumMod val="20000"/>
              <a:lumOff val="80000"/>
            </a:schemeClr>
          </a:solidFill>
          <a:ln>
            <a:solidFill>
              <a:schemeClr val="accent5"/>
            </a:solidFill>
          </a:ln>
        </p:spPr>
        <p:style>
          <a:lnRef idx="2">
            <a:schemeClr val="accent6"/>
          </a:lnRef>
          <a:fillRef idx="1">
            <a:schemeClr val="lt1"/>
          </a:fillRef>
          <a:effectRef idx="0">
            <a:schemeClr val="accent6"/>
          </a:effectRef>
          <a:fontRef idx="minor">
            <a:schemeClr val="dk1"/>
          </a:fontRef>
        </p:style>
        <p:txBody>
          <a:bodyPr lIns="91440" tIns="45720" rIns="91440" bIns="45720" rtlCol="0" anchor="ctr"/>
          <a:lstStyle/>
          <a:p>
            <a:pPr algn="ctr"/>
            <a:r>
              <a:rPr lang="en-AU" b="1"/>
              <a:t>For The Client</a:t>
            </a:r>
            <a:endParaRPr lang="en-US"/>
          </a:p>
        </p:txBody>
      </p:sp>
      <p:sp>
        <p:nvSpPr>
          <p:cNvPr id="9" name="Rectangle: Rounded Corners 8">
            <a:extLst>
              <a:ext uri="{FF2B5EF4-FFF2-40B4-BE49-F238E27FC236}">
                <a16:creationId xmlns:a16="http://schemas.microsoft.com/office/drawing/2014/main" id="{429AAF39-2AFE-286B-2D48-455C4EC0510D}"/>
              </a:ext>
            </a:extLst>
          </p:cNvPr>
          <p:cNvSpPr/>
          <p:nvPr/>
        </p:nvSpPr>
        <p:spPr>
          <a:xfrm>
            <a:off x="6933454" y="3496965"/>
            <a:ext cx="2823256" cy="906836"/>
          </a:xfrm>
          <a:prstGeom prst="roundRect">
            <a:avLst/>
          </a:prstGeom>
          <a:solidFill>
            <a:schemeClr val="accent1">
              <a:lumMod val="20000"/>
              <a:lumOff val="80000"/>
            </a:schemeClr>
          </a:solidFill>
          <a:ln>
            <a:solidFill>
              <a:schemeClr val="accent1"/>
            </a:solidFill>
          </a:ln>
        </p:spPr>
        <p:style>
          <a:lnRef idx="2">
            <a:schemeClr val="accent6"/>
          </a:lnRef>
          <a:fillRef idx="1">
            <a:schemeClr val="lt1"/>
          </a:fillRef>
          <a:effectRef idx="0">
            <a:schemeClr val="accent6"/>
          </a:effectRef>
          <a:fontRef idx="minor">
            <a:schemeClr val="dk1"/>
          </a:fontRef>
        </p:style>
        <p:txBody>
          <a:bodyPr lIns="91440" tIns="45720" rIns="91440" bIns="45720" rtlCol="0" anchor="ctr"/>
          <a:lstStyle/>
          <a:p>
            <a:pPr algn="ctr"/>
            <a:r>
              <a:rPr lang="en-AU" b="1"/>
              <a:t>For The Event Vendor</a:t>
            </a:r>
          </a:p>
        </p:txBody>
      </p:sp>
      <p:sp>
        <p:nvSpPr>
          <p:cNvPr id="2" name="TextBox 1">
            <a:extLst>
              <a:ext uri="{FF2B5EF4-FFF2-40B4-BE49-F238E27FC236}">
                <a16:creationId xmlns:a16="http://schemas.microsoft.com/office/drawing/2014/main" id="{6ED281F9-9059-AF7F-EAEA-3FAE6240C3D0}"/>
              </a:ext>
            </a:extLst>
          </p:cNvPr>
          <p:cNvSpPr txBox="1"/>
          <p:nvPr/>
        </p:nvSpPr>
        <p:spPr>
          <a:xfrm rot="-840000">
            <a:off x="1722843" y="2745864"/>
            <a:ext cx="1890612"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latin typeface="Bradley Hand ITC"/>
              </a:rPr>
              <a:t>Cleaner vendor requirements</a:t>
            </a:r>
          </a:p>
        </p:txBody>
      </p:sp>
      <p:sp>
        <p:nvSpPr>
          <p:cNvPr id="4" name="TextBox 3">
            <a:extLst>
              <a:ext uri="{FF2B5EF4-FFF2-40B4-BE49-F238E27FC236}">
                <a16:creationId xmlns:a16="http://schemas.microsoft.com/office/drawing/2014/main" id="{684E0C8F-58E7-1030-311F-E4AA5FAEF391}"/>
              </a:ext>
            </a:extLst>
          </p:cNvPr>
          <p:cNvSpPr txBox="1"/>
          <p:nvPr/>
        </p:nvSpPr>
        <p:spPr>
          <a:xfrm rot="600000">
            <a:off x="3707586" y="2616225"/>
            <a:ext cx="1890612"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latin typeface="Bradley Hand ITC"/>
              </a:rPr>
              <a:t>Less clarification needed</a:t>
            </a:r>
          </a:p>
        </p:txBody>
      </p:sp>
      <p:sp>
        <p:nvSpPr>
          <p:cNvPr id="7" name="TextBox 6">
            <a:extLst>
              <a:ext uri="{FF2B5EF4-FFF2-40B4-BE49-F238E27FC236}">
                <a16:creationId xmlns:a16="http://schemas.microsoft.com/office/drawing/2014/main" id="{45C5E999-630A-2D1B-E5F6-4B7EE6F2816E}"/>
              </a:ext>
            </a:extLst>
          </p:cNvPr>
          <p:cNvSpPr txBox="1"/>
          <p:nvPr/>
        </p:nvSpPr>
        <p:spPr>
          <a:xfrm rot="720000">
            <a:off x="1722843" y="4783770"/>
            <a:ext cx="1890612"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latin typeface="Bradley Hand ITC"/>
              </a:rPr>
              <a:t>More reliable source of truth</a:t>
            </a:r>
          </a:p>
        </p:txBody>
      </p:sp>
      <p:sp>
        <p:nvSpPr>
          <p:cNvPr id="11" name="TextBox 10">
            <a:extLst>
              <a:ext uri="{FF2B5EF4-FFF2-40B4-BE49-F238E27FC236}">
                <a16:creationId xmlns:a16="http://schemas.microsoft.com/office/drawing/2014/main" id="{ADCAF709-FA30-A92B-CBB7-2B3A1BFEAFAA}"/>
              </a:ext>
            </a:extLst>
          </p:cNvPr>
          <p:cNvSpPr txBox="1"/>
          <p:nvPr/>
        </p:nvSpPr>
        <p:spPr>
          <a:xfrm rot="21180000">
            <a:off x="3698725" y="4556666"/>
            <a:ext cx="1890612"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latin typeface="Bradley Hand ITC"/>
              </a:rPr>
              <a:t>Cleaner data visualisation</a:t>
            </a:r>
          </a:p>
        </p:txBody>
      </p:sp>
      <p:sp>
        <p:nvSpPr>
          <p:cNvPr id="12" name="TextBox 11">
            <a:extLst>
              <a:ext uri="{FF2B5EF4-FFF2-40B4-BE49-F238E27FC236}">
                <a16:creationId xmlns:a16="http://schemas.microsoft.com/office/drawing/2014/main" id="{43389890-A330-8ED6-EC9F-22849E0C6A70}"/>
              </a:ext>
            </a:extLst>
          </p:cNvPr>
          <p:cNvSpPr txBox="1"/>
          <p:nvPr/>
        </p:nvSpPr>
        <p:spPr>
          <a:xfrm rot="-300000">
            <a:off x="8368191" y="4556667"/>
            <a:ext cx="1890612"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latin typeface="Bradley Hand ITC"/>
              </a:rPr>
              <a:t>More guided interaction</a:t>
            </a:r>
          </a:p>
        </p:txBody>
      </p:sp>
      <p:sp>
        <p:nvSpPr>
          <p:cNvPr id="13" name="TextBox 12">
            <a:extLst>
              <a:ext uri="{FF2B5EF4-FFF2-40B4-BE49-F238E27FC236}">
                <a16:creationId xmlns:a16="http://schemas.microsoft.com/office/drawing/2014/main" id="{929EEA1C-9860-DAFA-C877-EB516D9E4CAC}"/>
              </a:ext>
            </a:extLst>
          </p:cNvPr>
          <p:cNvSpPr txBox="1"/>
          <p:nvPr/>
        </p:nvSpPr>
        <p:spPr>
          <a:xfrm rot="600000">
            <a:off x="8385911" y="2616224"/>
            <a:ext cx="1890612"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latin typeface="Bradley Hand ITC"/>
              </a:rPr>
              <a:t>Less technical burden</a:t>
            </a:r>
          </a:p>
        </p:txBody>
      </p:sp>
      <p:sp>
        <p:nvSpPr>
          <p:cNvPr id="14" name="TextBox 13">
            <a:extLst>
              <a:ext uri="{FF2B5EF4-FFF2-40B4-BE49-F238E27FC236}">
                <a16:creationId xmlns:a16="http://schemas.microsoft.com/office/drawing/2014/main" id="{192FD5E5-ABE2-5C17-1381-FF81CD483774}"/>
              </a:ext>
            </a:extLst>
          </p:cNvPr>
          <p:cNvSpPr txBox="1"/>
          <p:nvPr/>
        </p:nvSpPr>
        <p:spPr>
          <a:xfrm rot="600000">
            <a:off x="6383447" y="4604237"/>
            <a:ext cx="1890612"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latin typeface="Bradley Hand ITC"/>
              </a:rPr>
              <a:t>Easier requirement submission</a:t>
            </a:r>
          </a:p>
        </p:txBody>
      </p:sp>
      <p:sp>
        <p:nvSpPr>
          <p:cNvPr id="15" name="TextBox 14">
            <a:extLst>
              <a:ext uri="{FF2B5EF4-FFF2-40B4-BE49-F238E27FC236}">
                <a16:creationId xmlns:a16="http://schemas.microsoft.com/office/drawing/2014/main" id="{38529A11-9453-0218-72AB-BDB8979D67DB}"/>
              </a:ext>
            </a:extLst>
          </p:cNvPr>
          <p:cNvSpPr txBox="1"/>
          <p:nvPr/>
        </p:nvSpPr>
        <p:spPr>
          <a:xfrm rot="21120000">
            <a:off x="6365725" y="2731410"/>
            <a:ext cx="1890612"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latin typeface="Bradley Hand ITC"/>
              </a:rPr>
              <a:t>Better form validation</a:t>
            </a:r>
          </a:p>
        </p:txBody>
      </p:sp>
    </p:spTree>
    <p:extLst>
      <p:ext uri="{BB962C8B-B14F-4D97-AF65-F5344CB8AC3E}">
        <p14:creationId xmlns:p14="http://schemas.microsoft.com/office/powerpoint/2010/main" val="25176634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500"/>
                                        <p:tgtEl>
                                          <p:spTgt spid="11"/>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500"/>
                                        <p:tgtEl>
                                          <p:spTgt spid="15"/>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00"/>
                                        <p:tgtEl>
                                          <p:spTgt spid="13"/>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2" grpId="0"/>
      <p:bldP spid="4" grpId="0"/>
      <p:bldP spid="7" grpId="0"/>
      <p:bldP spid="11" grpId="0"/>
      <p:bldP spid="12" grpId="0"/>
      <p:bldP spid="13" grpId="0"/>
      <p:bldP spid="14" grpId="0"/>
      <p:bldP spid="1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6B009C-E5A7-672D-04B5-2938C8278E09}"/>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73B7A451-C474-E986-BC18-8337BC26F5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3">
            <a:extLst>
              <a:ext uri="{FF2B5EF4-FFF2-40B4-BE49-F238E27FC236}">
                <a16:creationId xmlns:a16="http://schemas.microsoft.com/office/drawing/2014/main" id="{BA120C1E-07D5-DF3D-A6AD-BDB8668665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6745" y="640080"/>
            <a:ext cx="10920415" cy="5577818"/>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B88BEFD-467D-C5C9-CD97-569D1B5C0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8024" y="960109"/>
            <a:ext cx="10277856" cy="49377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36B41A98-BCF4-FFAA-094F-640FF75BF634}"/>
              </a:ext>
            </a:extLst>
          </p:cNvPr>
          <p:cNvSpPr>
            <a:spLocks noGrp="1"/>
          </p:cNvSpPr>
          <p:nvPr>
            <p:ph type="title"/>
          </p:nvPr>
        </p:nvSpPr>
        <p:spPr>
          <a:xfrm>
            <a:off x="2849033" y="2767542"/>
            <a:ext cx="6515100" cy="1325563"/>
          </a:xfrm>
        </p:spPr>
        <p:txBody>
          <a:bodyPr/>
          <a:lstStyle/>
          <a:p>
            <a:r>
              <a:rPr lang="en-AU"/>
              <a:t>Blockers &amp; Open Questions</a:t>
            </a:r>
          </a:p>
        </p:txBody>
      </p:sp>
      <p:sp>
        <p:nvSpPr>
          <p:cNvPr id="2" name="TextBox 1">
            <a:extLst>
              <a:ext uri="{FF2B5EF4-FFF2-40B4-BE49-F238E27FC236}">
                <a16:creationId xmlns:a16="http://schemas.microsoft.com/office/drawing/2014/main" id="{3F894ABC-C3A3-6ED8-D70B-DC0D9C20DFE7}"/>
              </a:ext>
            </a:extLst>
          </p:cNvPr>
          <p:cNvSpPr txBox="1"/>
          <p:nvPr/>
        </p:nvSpPr>
        <p:spPr>
          <a:xfrm rot="-840000">
            <a:off x="1341727" y="1767088"/>
            <a:ext cx="3015351"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latin typeface="Bradley Hand ITC"/>
              </a:rPr>
              <a:t>Does the proposed solution have to use Monday.com?</a:t>
            </a:r>
          </a:p>
        </p:txBody>
      </p:sp>
      <p:sp>
        <p:nvSpPr>
          <p:cNvPr id="5" name="TextBox 4">
            <a:extLst>
              <a:ext uri="{FF2B5EF4-FFF2-40B4-BE49-F238E27FC236}">
                <a16:creationId xmlns:a16="http://schemas.microsoft.com/office/drawing/2014/main" id="{A49040D5-EE32-02A9-C5BF-BEFFA0881EAA}"/>
              </a:ext>
            </a:extLst>
          </p:cNvPr>
          <p:cNvSpPr txBox="1"/>
          <p:nvPr/>
        </p:nvSpPr>
        <p:spPr>
          <a:xfrm rot="480000">
            <a:off x="7857854" y="1770244"/>
            <a:ext cx="3015351"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latin typeface="Bradley Hand ITC"/>
              </a:rPr>
              <a:t>Can we integrate a LLM within the form to elicit networking requirements?</a:t>
            </a:r>
          </a:p>
        </p:txBody>
      </p:sp>
      <p:sp>
        <p:nvSpPr>
          <p:cNvPr id="9" name="TextBox 8">
            <a:extLst>
              <a:ext uri="{FF2B5EF4-FFF2-40B4-BE49-F238E27FC236}">
                <a16:creationId xmlns:a16="http://schemas.microsoft.com/office/drawing/2014/main" id="{F5A4F7DE-6A6C-B85A-AB63-9E52C32F6C77}"/>
              </a:ext>
            </a:extLst>
          </p:cNvPr>
          <p:cNvSpPr txBox="1"/>
          <p:nvPr/>
        </p:nvSpPr>
        <p:spPr>
          <a:xfrm rot="21360000">
            <a:off x="6592319" y="4224452"/>
            <a:ext cx="3015351"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latin typeface="Bradley Hand ITC"/>
              </a:rPr>
              <a:t>What information is essential for vendors to provide, and what can remain optional?</a:t>
            </a:r>
          </a:p>
        </p:txBody>
      </p:sp>
      <p:sp>
        <p:nvSpPr>
          <p:cNvPr id="12" name="TextBox 11">
            <a:extLst>
              <a:ext uri="{FF2B5EF4-FFF2-40B4-BE49-F238E27FC236}">
                <a16:creationId xmlns:a16="http://schemas.microsoft.com/office/drawing/2014/main" id="{1BBE96B7-C355-ADBD-3FC2-40B1D0D8A176}"/>
              </a:ext>
            </a:extLst>
          </p:cNvPr>
          <p:cNvSpPr txBox="1"/>
          <p:nvPr/>
        </p:nvSpPr>
        <p:spPr>
          <a:xfrm>
            <a:off x="4603911" y="2089908"/>
            <a:ext cx="3015351"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latin typeface="Bradley Hand ITC"/>
              </a:rPr>
              <a:t>Is there a better way to store and present the data?</a:t>
            </a:r>
            <a:endParaRPr lang="en-US"/>
          </a:p>
        </p:txBody>
      </p:sp>
      <p:sp>
        <p:nvSpPr>
          <p:cNvPr id="14" name="TextBox 13">
            <a:extLst>
              <a:ext uri="{FF2B5EF4-FFF2-40B4-BE49-F238E27FC236}">
                <a16:creationId xmlns:a16="http://schemas.microsoft.com/office/drawing/2014/main" id="{871B32A5-0210-8A36-AD8B-C866BD5DEEBE}"/>
              </a:ext>
            </a:extLst>
          </p:cNvPr>
          <p:cNvSpPr txBox="1"/>
          <p:nvPr/>
        </p:nvSpPr>
        <p:spPr>
          <a:xfrm rot="240000">
            <a:off x="2361331" y="4225395"/>
            <a:ext cx="3015351"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latin typeface="Bradley Hand ITC"/>
              </a:rPr>
              <a:t>Should the form have more rigid inputs or allow for more open-ended responses?</a:t>
            </a:r>
          </a:p>
        </p:txBody>
      </p:sp>
    </p:spTree>
    <p:extLst>
      <p:ext uri="{BB962C8B-B14F-4D97-AF65-F5344CB8AC3E}">
        <p14:creationId xmlns:p14="http://schemas.microsoft.com/office/powerpoint/2010/main" val="910441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5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9" grpId="0"/>
      <p:bldP spid="12" grpId="0"/>
      <p:bldP spid="1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A0BA29-93CF-D0C2-670E-38B9CFF496B9}"/>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9F7067FF-7AD0-0A15-665C-FD01950E6A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3">
            <a:extLst>
              <a:ext uri="{FF2B5EF4-FFF2-40B4-BE49-F238E27FC236}">
                <a16:creationId xmlns:a16="http://schemas.microsoft.com/office/drawing/2014/main" id="{1CC62AA9-9C8B-0568-E489-BD53399B8F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6745" y="640080"/>
            <a:ext cx="10920415" cy="5577818"/>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50419D3-7E6F-A1D2-92C2-24774675C2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8024" y="960109"/>
            <a:ext cx="10277856" cy="49377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BFFB1B5E-4A81-5BE1-D30D-820B0228C22D}"/>
              </a:ext>
            </a:extLst>
          </p:cNvPr>
          <p:cNvSpPr>
            <a:spLocks noGrp="1"/>
          </p:cNvSpPr>
          <p:nvPr>
            <p:ph type="title"/>
          </p:nvPr>
        </p:nvSpPr>
        <p:spPr>
          <a:xfrm>
            <a:off x="1678354" y="1048971"/>
            <a:ext cx="10515600" cy="1325563"/>
          </a:xfrm>
        </p:spPr>
        <p:txBody>
          <a:bodyPr/>
          <a:lstStyle/>
          <a:p>
            <a:r>
              <a:rPr lang="en-AU"/>
              <a:t>Task Allocation &amp; Time Spent</a:t>
            </a:r>
          </a:p>
        </p:txBody>
      </p:sp>
      <p:graphicFrame>
        <p:nvGraphicFramePr>
          <p:cNvPr id="5" name="Table 4">
            <a:extLst>
              <a:ext uri="{FF2B5EF4-FFF2-40B4-BE49-F238E27FC236}">
                <a16:creationId xmlns:a16="http://schemas.microsoft.com/office/drawing/2014/main" id="{6B52EBE6-EA51-0CCF-DB3F-B0EE188885DB}"/>
              </a:ext>
            </a:extLst>
          </p:cNvPr>
          <p:cNvGraphicFramePr>
            <a:graphicFrameLocks noGrp="1"/>
          </p:cNvGraphicFramePr>
          <p:nvPr>
            <p:extLst>
              <p:ext uri="{D42A27DB-BD31-4B8C-83A1-F6EECF244321}">
                <p14:modId xmlns:p14="http://schemas.microsoft.com/office/powerpoint/2010/main" val="1275298219"/>
              </p:ext>
            </p:extLst>
          </p:nvPr>
        </p:nvGraphicFramePr>
        <p:xfrm>
          <a:off x="1079500" y="2614083"/>
          <a:ext cx="10052030" cy="2988720"/>
        </p:xfrm>
        <a:graphic>
          <a:graphicData uri="http://schemas.openxmlformats.org/drawingml/2006/table">
            <a:tbl>
              <a:tblPr firstRow="1" bandRow="1">
                <a:tableStyleId>{5C22544A-7EE6-4342-B048-85BDC9FD1C3A}</a:tableStyleId>
              </a:tblPr>
              <a:tblGrid>
                <a:gridCol w="2010406">
                  <a:extLst>
                    <a:ext uri="{9D8B030D-6E8A-4147-A177-3AD203B41FA5}">
                      <a16:colId xmlns:a16="http://schemas.microsoft.com/office/drawing/2014/main" val="795497283"/>
                    </a:ext>
                  </a:extLst>
                </a:gridCol>
                <a:gridCol w="2010406">
                  <a:extLst>
                    <a:ext uri="{9D8B030D-6E8A-4147-A177-3AD203B41FA5}">
                      <a16:colId xmlns:a16="http://schemas.microsoft.com/office/drawing/2014/main" val="2405935207"/>
                    </a:ext>
                  </a:extLst>
                </a:gridCol>
                <a:gridCol w="2010406">
                  <a:extLst>
                    <a:ext uri="{9D8B030D-6E8A-4147-A177-3AD203B41FA5}">
                      <a16:colId xmlns:a16="http://schemas.microsoft.com/office/drawing/2014/main" val="3987610929"/>
                    </a:ext>
                  </a:extLst>
                </a:gridCol>
                <a:gridCol w="2010406">
                  <a:extLst>
                    <a:ext uri="{9D8B030D-6E8A-4147-A177-3AD203B41FA5}">
                      <a16:colId xmlns:a16="http://schemas.microsoft.com/office/drawing/2014/main" val="2281873303"/>
                    </a:ext>
                  </a:extLst>
                </a:gridCol>
                <a:gridCol w="2010406">
                  <a:extLst>
                    <a:ext uri="{9D8B030D-6E8A-4147-A177-3AD203B41FA5}">
                      <a16:colId xmlns:a16="http://schemas.microsoft.com/office/drawing/2014/main" val="3298115478"/>
                    </a:ext>
                  </a:extLst>
                </a:gridCol>
              </a:tblGrid>
              <a:tr h="747180">
                <a:tc>
                  <a:txBody>
                    <a:bodyPr/>
                    <a:lstStyle/>
                    <a:p>
                      <a:pPr marL="0" algn="ctr" rtl="0" eaLnBrk="1" latinLnBrk="0" hangingPunct="1">
                        <a:buNone/>
                      </a:pPr>
                      <a:endParaRPr lang="en-US" sz="1600" b="0" i="0" kern="1200">
                        <a:solidFill>
                          <a:srgbClr val="000000"/>
                        </a:solidFill>
                        <a:effectLst/>
                        <a:latin typeface="Aptos Display"/>
                      </a:endParaRPr>
                    </a:p>
                  </a:txBody>
                  <a:tcPr marL="0" marR="0" marT="0" marB="0" anchor="ctr">
                    <a:lnL>
                      <a:noFill/>
                    </a:lnL>
                    <a:lnR>
                      <a:noFill/>
                    </a:lnR>
                    <a:lnT>
                      <a:noFill/>
                    </a:lnT>
                    <a:lnB>
                      <a:noFill/>
                    </a:lnB>
                    <a:noFill/>
                  </a:tcPr>
                </a:tc>
                <a:tc>
                  <a:txBody>
                    <a:bodyPr/>
                    <a:lstStyle/>
                    <a:p>
                      <a:pPr marL="0" algn="ctr" rtl="0" eaLnBrk="1" latinLnBrk="0" hangingPunct="1">
                        <a:buNone/>
                      </a:pPr>
                      <a:r>
                        <a:rPr lang="en-US" sz="1600" b="1" i="0" kern="1200">
                          <a:solidFill>
                            <a:srgbClr val="000000"/>
                          </a:solidFill>
                          <a:effectLst/>
                          <a:latin typeface="Aptos Display"/>
                        </a:rPr>
                        <a:t>Anas Rizwan</a:t>
                      </a:r>
                      <a:endParaRPr lang="en-AU" sz="1600" b="1" i="0">
                        <a:effectLst/>
                        <a:latin typeface="Aptos Display"/>
                      </a:endParaRPr>
                    </a:p>
                    <a:p>
                      <a:pPr marL="0" algn="ctr" rtl="0" eaLnBrk="1" latinLnBrk="0" hangingPunct="1">
                        <a:buNone/>
                      </a:pPr>
                      <a:r>
                        <a:rPr lang="en-US" sz="1600" b="1" i="0" kern="1200">
                          <a:solidFill>
                            <a:srgbClr val="000000"/>
                          </a:solidFill>
                          <a:effectLst/>
                          <a:latin typeface="Aptos Display"/>
                        </a:rPr>
                        <a:t>(BA)</a:t>
                      </a:r>
                      <a:endParaRPr lang="en-AU" sz="1600" b="1" i="0">
                        <a:effectLst/>
                        <a:latin typeface="Aptos Display"/>
                      </a:endParaRPr>
                    </a:p>
                  </a:txBody>
                  <a:tcPr marL="0" marR="0" marT="0" marB="0" anchor="ctr">
                    <a:lnL>
                      <a:noFill/>
                    </a:lnL>
                    <a:lnR>
                      <a:noFill/>
                    </a:lnR>
                    <a:lnT>
                      <a:noFill/>
                    </a:lnT>
                    <a:lnB>
                      <a:noFill/>
                    </a:lnB>
                    <a:noFill/>
                  </a:tcPr>
                </a:tc>
                <a:tc>
                  <a:txBody>
                    <a:bodyPr/>
                    <a:lstStyle/>
                    <a:p>
                      <a:pPr marL="0" algn="ctr" rtl="0" eaLnBrk="1" latinLnBrk="0" hangingPunct="1">
                        <a:buNone/>
                      </a:pPr>
                      <a:r>
                        <a:rPr lang="en-US" sz="1600" b="1" i="0" kern="1200">
                          <a:solidFill>
                            <a:srgbClr val="000000"/>
                          </a:solidFill>
                          <a:effectLst/>
                          <a:latin typeface="Aptos Display"/>
                        </a:rPr>
                        <a:t>Diya Diljith</a:t>
                      </a:r>
                      <a:endParaRPr lang="en-AU" sz="1600" b="1" i="0">
                        <a:effectLst/>
                        <a:latin typeface="Aptos Display"/>
                      </a:endParaRPr>
                    </a:p>
                    <a:p>
                      <a:pPr marL="0" algn="ctr" rtl="0" eaLnBrk="1" latinLnBrk="0" hangingPunct="1">
                        <a:buNone/>
                      </a:pPr>
                      <a:r>
                        <a:rPr lang="en-US" sz="1600" b="1" i="0" kern="1200">
                          <a:solidFill>
                            <a:srgbClr val="000000"/>
                          </a:solidFill>
                          <a:effectLst/>
                          <a:latin typeface="Aptos Display"/>
                        </a:rPr>
                        <a:t>(UX)</a:t>
                      </a:r>
                      <a:endParaRPr lang="en-AU" sz="1600" b="1" i="0">
                        <a:effectLst/>
                        <a:latin typeface="Aptos Display"/>
                      </a:endParaRPr>
                    </a:p>
                  </a:txBody>
                  <a:tcPr marL="0" marR="0" marT="0" marB="0" anchor="ctr">
                    <a:lnL>
                      <a:noFill/>
                    </a:lnL>
                    <a:lnR>
                      <a:noFill/>
                    </a:lnR>
                    <a:lnT>
                      <a:noFill/>
                    </a:lnT>
                    <a:lnB>
                      <a:noFill/>
                    </a:lnB>
                    <a:noFill/>
                  </a:tcPr>
                </a:tc>
                <a:tc>
                  <a:txBody>
                    <a:bodyPr/>
                    <a:lstStyle/>
                    <a:p>
                      <a:pPr marL="0" algn="ctr" rtl="0" eaLnBrk="1" latinLnBrk="0" hangingPunct="1">
                        <a:buNone/>
                      </a:pPr>
                      <a:r>
                        <a:rPr lang="en-US" sz="1600" b="1" i="0" kern="1200">
                          <a:solidFill>
                            <a:srgbClr val="000000"/>
                          </a:solidFill>
                          <a:effectLst/>
                          <a:latin typeface="Aptos Display"/>
                        </a:rPr>
                        <a:t>Joel Waterhouse</a:t>
                      </a:r>
                      <a:endParaRPr lang="en-AU" sz="1600" b="1" i="0">
                        <a:effectLst/>
                        <a:latin typeface="Aptos Display"/>
                      </a:endParaRPr>
                    </a:p>
                    <a:p>
                      <a:pPr marL="0" algn="ctr" rtl="0" eaLnBrk="1" latinLnBrk="0" hangingPunct="1">
                        <a:buNone/>
                      </a:pPr>
                      <a:r>
                        <a:rPr lang="en-US" sz="1600" b="1" i="0" kern="1200">
                          <a:solidFill>
                            <a:srgbClr val="000000"/>
                          </a:solidFill>
                          <a:effectLst/>
                          <a:latin typeface="Aptos Display"/>
                        </a:rPr>
                        <a:t>(Dev 1)</a:t>
                      </a:r>
                      <a:endParaRPr lang="en-AU" sz="1600" b="1" i="0">
                        <a:effectLst/>
                        <a:latin typeface="Aptos Display"/>
                      </a:endParaRPr>
                    </a:p>
                  </a:txBody>
                  <a:tcPr marL="0" marR="0" marT="0" marB="0" anchor="ctr">
                    <a:lnL>
                      <a:noFill/>
                    </a:lnL>
                    <a:lnR>
                      <a:noFill/>
                    </a:lnR>
                    <a:lnT>
                      <a:noFill/>
                    </a:lnT>
                    <a:lnB>
                      <a:noFill/>
                    </a:lnB>
                    <a:noFill/>
                  </a:tcPr>
                </a:tc>
                <a:tc>
                  <a:txBody>
                    <a:bodyPr/>
                    <a:lstStyle/>
                    <a:p>
                      <a:pPr marL="0" algn="ctr" rtl="0" eaLnBrk="1" latinLnBrk="0" hangingPunct="1">
                        <a:buNone/>
                      </a:pPr>
                      <a:r>
                        <a:rPr lang="en-US" sz="1600" b="1" i="0" kern="1200">
                          <a:solidFill>
                            <a:srgbClr val="000000"/>
                          </a:solidFill>
                          <a:effectLst/>
                          <a:latin typeface="Aptos Display"/>
                        </a:rPr>
                        <a:t>Gabriel Halvarsson</a:t>
                      </a:r>
                      <a:endParaRPr lang="en-AU" sz="1600" b="1" i="0">
                        <a:effectLst/>
                        <a:latin typeface="Aptos Display"/>
                      </a:endParaRPr>
                    </a:p>
                    <a:p>
                      <a:pPr marL="0" algn="ctr" rtl="0" eaLnBrk="1" latinLnBrk="0" hangingPunct="1">
                        <a:buNone/>
                      </a:pPr>
                      <a:r>
                        <a:rPr lang="en-US" sz="1600" b="1" i="0" kern="1200">
                          <a:solidFill>
                            <a:srgbClr val="000000"/>
                          </a:solidFill>
                          <a:effectLst/>
                          <a:latin typeface="Aptos Display"/>
                        </a:rPr>
                        <a:t>(Dev 2)</a:t>
                      </a:r>
                      <a:endParaRPr lang="en-AU" sz="1600" b="1" i="0">
                        <a:effectLst/>
                        <a:latin typeface="Aptos Display"/>
                      </a:endParaRPr>
                    </a:p>
                  </a:txBody>
                  <a:tcPr marL="0" marR="0" marT="0" marB="0" anchor="ctr">
                    <a:lnL>
                      <a:noFill/>
                    </a:lnL>
                    <a:lnR>
                      <a:noFill/>
                    </a:lnR>
                    <a:lnT>
                      <a:noFill/>
                    </a:lnT>
                    <a:lnB>
                      <a:noFill/>
                    </a:lnB>
                    <a:noFill/>
                  </a:tcPr>
                </a:tc>
                <a:extLst>
                  <a:ext uri="{0D108BD9-81ED-4DB2-BD59-A6C34878D82A}">
                    <a16:rowId xmlns:a16="http://schemas.microsoft.com/office/drawing/2014/main" val="1824873873"/>
                  </a:ext>
                </a:extLst>
              </a:tr>
              <a:tr h="747180">
                <a:tc>
                  <a:txBody>
                    <a:bodyPr/>
                    <a:lstStyle/>
                    <a:p>
                      <a:pPr marL="0" lvl="0" algn="ctr">
                        <a:buNone/>
                      </a:pPr>
                      <a:r>
                        <a:rPr lang="en-US" sz="1600" b="0" i="1" kern="1200">
                          <a:solidFill>
                            <a:schemeClr val="tx1">
                              <a:lumMod val="49000"/>
                              <a:lumOff val="51000"/>
                            </a:schemeClr>
                          </a:solidFill>
                          <a:effectLst/>
                          <a:latin typeface="Aptos Display"/>
                        </a:rPr>
                        <a:t>Week 1</a:t>
                      </a:r>
                      <a:endParaRPr lang="en-US" i="1">
                        <a:solidFill>
                          <a:schemeClr val="tx1">
                            <a:lumMod val="49000"/>
                            <a:lumOff val="51000"/>
                          </a:schemeClr>
                        </a:solidFill>
                      </a:endParaRPr>
                    </a:p>
                  </a:txBody>
                  <a:tcPr marL="0" marR="0" marT="0" marB="0" anchor="ctr">
                    <a:lnL>
                      <a:noFill/>
                    </a:lnL>
                    <a:lnR>
                      <a:noFill/>
                    </a:lnR>
                    <a:lnT>
                      <a:noFill/>
                    </a:lnT>
                    <a:lnB>
                      <a:noFill/>
                    </a:lnB>
                    <a:noFill/>
                  </a:tcPr>
                </a:tc>
                <a:tc>
                  <a:txBody>
                    <a:bodyPr/>
                    <a:lstStyle/>
                    <a:p>
                      <a:pPr marL="0" algn="ctr" rtl="0" eaLnBrk="1" latinLnBrk="0" hangingPunct="1">
                        <a:buNone/>
                      </a:pPr>
                      <a:r>
                        <a:rPr lang="en-US" sz="1600" b="0" i="0" kern="1200">
                          <a:solidFill>
                            <a:srgbClr val="000000"/>
                          </a:solidFill>
                          <a:effectLst/>
                          <a:latin typeface="Aptos Display"/>
                        </a:rPr>
                        <a:t>  Explore client's current workflow</a:t>
                      </a:r>
                    </a:p>
                  </a:txBody>
                  <a:tcPr marL="0" marR="0" marT="0" marB="0" anchor="ctr">
                    <a:lnL>
                      <a:noFill/>
                    </a:lnL>
                    <a:lnR>
                      <a:noFill/>
                    </a:lnR>
                    <a:lnT>
                      <a:noFill/>
                    </a:lnT>
                    <a:lnB>
                      <a:noFill/>
                    </a:lnB>
                    <a:noFill/>
                  </a:tcPr>
                </a:tc>
                <a:tc>
                  <a:txBody>
                    <a:bodyPr/>
                    <a:lstStyle/>
                    <a:p>
                      <a:pPr marL="0" algn="ctr" rtl="0" eaLnBrk="1" latinLnBrk="0" hangingPunct="1">
                        <a:buNone/>
                      </a:pPr>
                      <a:r>
                        <a:rPr lang="en-US" sz="1600" b="0" i="0" kern="1200">
                          <a:solidFill>
                            <a:srgbClr val="000000"/>
                          </a:solidFill>
                          <a:effectLst/>
                          <a:latin typeface="Aptos Display"/>
                        </a:rPr>
                        <a:t>  </a:t>
                      </a:r>
                      <a:r>
                        <a:rPr lang="en-US" sz="1600" b="0" i="0" u="none" strike="noStrike" kern="1200" noProof="0">
                          <a:solidFill>
                            <a:srgbClr val="000000"/>
                          </a:solidFill>
                          <a:effectLst/>
                          <a:latin typeface="Aptos Display"/>
                        </a:rPr>
                        <a:t>Explore client's current workflow</a:t>
                      </a:r>
                      <a:endParaRPr lang="en-AU" sz="1600" b="0" i="0">
                        <a:effectLst/>
                        <a:latin typeface="Aptos Display"/>
                      </a:endParaRPr>
                    </a:p>
                  </a:txBody>
                  <a:tcPr marL="0" marR="0" marT="0" marB="0" anchor="ctr">
                    <a:lnL>
                      <a:noFill/>
                    </a:lnL>
                    <a:lnR>
                      <a:noFill/>
                    </a:lnR>
                    <a:lnT>
                      <a:noFill/>
                    </a:lnT>
                    <a:lnB>
                      <a:noFill/>
                    </a:lnB>
                    <a:noFill/>
                  </a:tcPr>
                </a:tc>
                <a:tc>
                  <a:txBody>
                    <a:bodyPr/>
                    <a:lstStyle/>
                    <a:p>
                      <a:pPr marL="0" algn="ctr" rtl="0" eaLnBrk="1" latinLnBrk="0" hangingPunct="1">
                        <a:buNone/>
                      </a:pPr>
                      <a:r>
                        <a:rPr lang="en-US" sz="1600" b="0" i="0" kern="1200">
                          <a:solidFill>
                            <a:srgbClr val="000000"/>
                          </a:solidFill>
                          <a:effectLst/>
                          <a:latin typeface="Aptos Display"/>
                        </a:rPr>
                        <a:t>  Elicit technical requirements</a:t>
                      </a:r>
                    </a:p>
                  </a:txBody>
                  <a:tcPr marL="0" marR="0" marT="0" marB="0" anchor="ctr">
                    <a:lnL>
                      <a:noFill/>
                    </a:lnL>
                    <a:lnR>
                      <a:noFill/>
                    </a:lnR>
                    <a:lnT>
                      <a:noFill/>
                    </a:lnT>
                    <a:lnB>
                      <a:noFill/>
                    </a:lnB>
                    <a:noFill/>
                  </a:tcPr>
                </a:tc>
                <a:tc>
                  <a:txBody>
                    <a:bodyPr/>
                    <a:lstStyle/>
                    <a:p>
                      <a:pPr lvl="0" algn="ctr">
                        <a:lnSpc>
                          <a:spcPct val="100000"/>
                        </a:lnSpc>
                        <a:spcBef>
                          <a:spcPts val="0"/>
                        </a:spcBef>
                        <a:spcAft>
                          <a:spcPts val="0"/>
                        </a:spcAft>
                        <a:buNone/>
                      </a:pPr>
                      <a:r>
                        <a:rPr lang="en-US" sz="1600" b="0" i="0" u="none" strike="noStrike" kern="1200" noProof="0">
                          <a:solidFill>
                            <a:srgbClr val="000000"/>
                          </a:solidFill>
                          <a:effectLst/>
                          <a:latin typeface="Aptos Display"/>
                        </a:rPr>
                        <a:t>Elicit technical requirements</a:t>
                      </a:r>
                    </a:p>
                  </a:txBody>
                  <a:tcPr marL="0" marR="0" marT="0" marB="0" anchor="ctr">
                    <a:lnL>
                      <a:noFill/>
                    </a:lnL>
                    <a:lnR>
                      <a:noFill/>
                    </a:lnR>
                    <a:lnT>
                      <a:noFill/>
                    </a:lnT>
                    <a:lnB>
                      <a:noFill/>
                    </a:lnB>
                    <a:noFill/>
                  </a:tcPr>
                </a:tc>
                <a:extLst>
                  <a:ext uri="{0D108BD9-81ED-4DB2-BD59-A6C34878D82A}">
                    <a16:rowId xmlns:a16="http://schemas.microsoft.com/office/drawing/2014/main" val="3163980355"/>
                  </a:ext>
                </a:extLst>
              </a:tr>
              <a:tr h="747180">
                <a:tc>
                  <a:txBody>
                    <a:bodyPr/>
                    <a:lstStyle/>
                    <a:p>
                      <a:pPr algn="ctr">
                        <a:buNone/>
                      </a:pPr>
                      <a:r>
                        <a:rPr lang="en-US" sz="1600" b="0" i="1">
                          <a:solidFill>
                            <a:schemeClr val="tx1">
                              <a:lumMod val="49000"/>
                              <a:lumOff val="51000"/>
                            </a:schemeClr>
                          </a:solidFill>
                          <a:effectLst/>
                          <a:latin typeface="Aptos Display"/>
                        </a:rPr>
                        <a:t>Week 2</a:t>
                      </a:r>
                    </a:p>
                  </a:txBody>
                  <a:tcPr marL="0" marR="0" marT="0" marB="0" anchor="ctr">
                    <a:lnL>
                      <a:noFill/>
                    </a:lnL>
                    <a:lnR>
                      <a:noFill/>
                    </a:lnR>
                    <a:lnT>
                      <a:noFill/>
                    </a:lnT>
                    <a:lnB>
                      <a:noFill/>
                    </a:lnB>
                    <a:noFill/>
                  </a:tcPr>
                </a:tc>
                <a:tc>
                  <a:txBody>
                    <a:bodyPr/>
                    <a:lstStyle/>
                    <a:p>
                      <a:pPr marL="0" algn="ctr" rtl="0" eaLnBrk="1" latinLnBrk="0" hangingPunct="1">
                        <a:buNone/>
                      </a:pPr>
                      <a:r>
                        <a:rPr lang="en-US" sz="1600" b="0" i="0" kern="1200">
                          <a:solidFill>
                            <a:srgbClr val="000000"/>
                          </a:solidFill>
                          <a:effectLst/>
                          <a:latin typeface="Aptos Display"/>
                        </a:rPr>
                        <a:t>Elicit client requirements</a:t>
                      </a:r>
                      <a:endParaRPr lang="en-AU" sz="1600" b="0" i="0">
                        <a:effectLst/>
                        <a:latin typeface="Aptos Display"/>
                      </a:endParaRPr>
                    </a:p>
                  </a:txBody>
                  <a:tcPr marL="0" marR="0" marT="0" marB="0" anchor="ctr">
                    <a:lnL>
                      <a:noFill/>
                    </a:lnL>
                    <a:lnR>
                      <a:noFill/>
                    </a:lnR>
                    <a:lnT>
                      <a:noFill/>
                    </a:lnT>
                    <a:lnB>
                      <a:noFill/>
                    </a:lnB>
                    <a:noFill/>
                  </a:tcPr>
                </a:tc>
                <a:tc>
                  <a:txBody>
                    <a:bodyPr/>
                    <a:lstStyle/>
                    <a:p>
                      <a:pPr marL="0" marR="0" indent="0" algn="ctr" rtl="0" eaLnBrk="1" fontAlgn="auto" latinLnBrk="0" hangingPunct="1">
                        <a:buNone/>
                      </a:pPr>
                      <a:r>
                        <a:rPr lang="en-US" sz="1600" b="0" i="0" kern="1200">
                          <a:solidFill>
                            <a:srgbClr val="000000"/>
                          </a:solidFill>
                          <a:effectLst/>
                          <a:latin typeface="Aptos Display"/>
                        </a:rPr>
                        <a:t> Create initial wireframes </a:t>
                      </a:r>
                      <a:endParaRPr lang="en-AU" sz="1600" b="0" i="0">
                        <a:effectLst/>
                        <a:latin typeface="Aptos Display"/>
                      </a:endParaRPr>
                    </a:p>
                  </a:txBody>
                  <a:tcPr marL="0" marR="0" marT="0" marB="0" anchor="ctr">
                    <a:lnL>
                      <a:noFill/>
                    </a:lnL>
                    <a:lnR>
                      <a:noFill/>
                    </a:lnR>
                    <a:lnT>
                      <a:noFill/>
                    </a:lnT>
                    <a:lnB>
                      <a:noFill/>
                    </a:lnB>
                    <a:noFill/>
                  </a:tcPr>
                </a:tc>
                <a:tc>
                  <a:txBody>
                    <a:bodyPr/>
                    <a:lstStyle/>
                    <a:p>
                      <a:pPr marL="0" algn="ctr" rtl="0" eaLnBrk="1" latinLnBrk="0" hangingPunct="1">
                        <a:buNone/>
                      </a:pPr>
                      <a:r>
                        <a:rPr lang="en-US" sz="1600" b="0" i="0" kern="1200">
                          <a:solidFill>
                            <a:srgbClr val="000000"/>
                          </a:solidFill>
                          <a:effectLst/>
                          <a:latin typeface="Aptos Display"/>
                        </a:rPr>
                        <a:t>Explore technical feasibility</a:t>
                      </a:r>
                    </a:p>
                  </a:txBody>
                  <a:tcPr marL="0" marR="0" marT="0" marB="0" anchor="ctr">
                    <a:lnL>
                      <a:noFill/>
                    </a:lnL>
                    <a:lnR>
                      <a:noFill/>
                    </a:lnR>
                    <a:lnT>
                      <a:noFill/>
                    </a:lnT>
                    <a:lnB>
                      <a:noFill/>
                    </a:lnB>
                    <a:noFill/>
                  </a:tcPr>
                </a:tc>
                <a:tc>
                  <a:txBody>
                    <a:bodyPr/>
                    <a:lstStyle/>
                    <a:p>
                      <a:pPr algn="ctr">
                        <a:buNone/>
                      </a:pPr>
                      <a:r>
                        <a:rPr lang="en-US" sz="1600" b="0" i="0">
                          <a:effectLst/>
                          <a:latin typeface="Aptos Display"/>
                        </a:rPr>
                        <a:t>Explore tech advisor's suggested approach</a:t>
                      </a:r>
                    </a:p>
                  </a:txBody>
                  <a:tcPr marL="0" marR="0" marT="0" marB="0" anchor="ctr">
                    <a:lnL>
                      <a:noFill/>
                    </a:lnL>
                    <a:lnR>
                      <a:noFill/>
                    </a:lnR>
                    <a:lnT>
                      <a:noFill/>
                    </a:lnT>
                    <a:lnB>
                      <a:noFill/>
                    </a:lnB>
                    <a:noFill/>
                  </a:tcPr>
                </a:tc>
                <a:extLst>
                  <a:ext uri="{0D108BD9-81ED-4DB2-BD59-A6C34878D82A}">
                    <a16:rowId xmlns:a16="http://schemas.microsoft.com/office/drawing/2014/main" val="3265894765"/>
                  </a:ext>
                </a:extLst>
              </a:tr>
              <a:tr h="747180">
                <a:tc>
                  <a:txBody>
                    <a:bodyPr/>
                    <a:lstStyle/>
                    <a:p>
                      <a:pPr algn="ctr">
                        <a:buNone/>
                      </a:pPr>
                      <a:r>
                        <a:rPr lang="en-US" sz="1600" b="0" i="1">
                          <a:solidFill>
                            <a:schemeClr val="tx1">
                              <a:lumMod val="49000"/>
                              <a:lumOff val="51000"/>
                            </a:schemeClr>
                          </a:solidFill>
                          <a:effectLst/>
                          <a:latin typeface="Aptos Display"/>
                        </a:rPr>
                        <a:t>Week 3 (Current)</a:t>
                      </a:r>
                    </a:p>
                  </a:txBody>
                  <a:tcPr marL="0" marR="0" marT="0" marB="0" anchor="ctr">
                    <a:lnL>
                      <a:noFill/>
                    </a:lnL>
                    <a:lnR>
                      <a:noFill/>
                    </a:lnR>
                    <a:lnT>
                      <a:noFill/>
                    </a:lnT>
                    <a:lnB>
                      <a:noFill/>
                    </a:lnB>
                    <a:noFill/>
                  </a:tcPr>
                </a:tc>
                <a:tc>
                  <a:txBody>
                    <a:bodyPr/>
                    <a:lstStyle/>
                    <a:p>
                      <a:pPr marL="0" marR="0" lvl="0" indent="0" algn="ctr">
                        <a:buNone/>
                      </a:pPr>
                      <a:r>
                        <a:rPr lang="en-US" sz="1600" b="0" i="0" u="none" strike="noStrike" noProof="0">
                          <a:solidFill>
                            <a:srgbClr val="000000"/>
                          </a:solidFill>
                          <a:effectLst/>
                          <a:latin typeface="Aptos Display"/>
                          <a:cs typeface="Poppins Light"/>
                        </a:rPr>
                        <a:t>Create user </a:t>
                      </a:r>
                      <a:endParaRPr lang="en-AU" sz="1600" b="0" i="0" u="none" strike="noStrike" noProof="0">
                        <a:solidFill>
                          <a:srgbClr val="000000"/>
                        </a:solidFill>
                        <a:effectLst/>
                        <a:latin typeface="Aptos Display"/>
                        <a:cs typeface="Poppins Light"/>
                      </a:endParaRPr>
                    </a:p>
                    <a:p>
                      <a:pPr marL="0" marR="0" lvl="0" indent="0" algn="ctr">
                        <a:buNone/>
                      </a:pPr>
                      <a:r>
                        <a:rPr lang="en-US" sz="1600" b="0" i="0" u="none" strike="noStrike" noProof="0">
                          <a:solidFill>
                            <a:srgbClr val="000000"/>
                          </a:solidFill>
                          <a:effectLst/>
                          <a:latin typeface="Aptos Display"/>
                          <a:cs typeface="Poppins Light"/>
                        </a:rPr>
                        <a:t>journeys</a:t>
                      </a:r>
                      <a:endParaRPr lang="en-AU" sz="1600" b="0" i="0" u="none" strike="noStrike" noProof="0">
                        <a:solidFill>
                          <a:srgbClr val="000000"/>
                        </a:solidFill>
                        <a:effectLst/>
                        <a:latin typeface="Aptos Display"/>
                        <a:cs typeface="Poppins Light"/>
                      </a:endParaRPr>
                    </a:p>
                  </a:txBody>
                  <a:tcPr marL="0" marR="0" marT="0" marB="0" anchor="ctr">
                    <a:lnL>
                      <a:noFill/>
                    </a:lnL>
                    <a:lnR>
                      <a:noFill/>
                    </a:lnR>
                    <a:lnT>
                      <a:noFill/>
                    </a:lnT>
                    <a:lnB>
                      <a:noFill/>
                    </a:lnB>
                    <a:noFill/>
                  </a:tcPr>
                </a:tc>
                <a:tc>
                  <a:txBody>
                    <a:bodyPr/>
                    <a:lstStyle/>
                    <a:p>
                      <a:pPr lvl="0" algn="ctr">
                        <a:buNone/>
                      </a:pPr>
                      <a:r>
                        <a:rPr lang="en-US" sz="1600" b="0" i="0" u="none" strike="noStrike" noProof="0">
                          <a:solidFill>
                            <a:srgbClr val="000000"/>
                          </a:solidFill>
                          <a:effectLst/>
                          <a:latin typeface="Aptos Display"/>
                          <a:cs typeface="Poppins Light"/>
                        </a:rPr>
                        <a:t>Create personas and refine wireframes</a:t>
                      </a:r>
                    </a:p>
                  </a:txBody>
                  <a:tcPr marL="0" marR="0" marT="0" marB="0" anchor="ctr">
                    <a:lnL>
                      <a:noFill/>
                    </a:lnL>
                    <a:lnR>
                      <a:noFill/>
                    </a:lnR>
                    <a:lnT>
                      <a:noFill/>
                    </a:lnT>
                    <a:lnB>
                      <a:noFill/>
                    </a:lnB>
                    <a:noFill/>
                  </a:tcPr>
                </a:tc>
                <a:tc>
                  <a:txBody>
                    <a:bodyPr/>
                    <a:lstStyle/>
                    <a:p>
                      <a:pPr algn="ctr">
                        <a:buNone/>
                      </a:pPr>
                      <a:r>
                        <a:rPr lang="en-US" sz="1600" b="0" i="0">
                          <a:effectLst/>
                          <a:latin typeface="Aptos Display"/>
                        </a:rPr>
                        <a:t>Write up technical workflow</a:t>
                      </a:r>
                    </a:p>
                  </a:txBody>
                  <a:tcPr marL="0" marR="0" marT="0" marB="0" anchor="ctr">
                    <a:lnL>
                      <a:noFill/>
                    </a:lnL>
                    <a:lnR>
                      <a:noFill/>
                    </a:lnR>
                    <a:lnT>
                      <a:noFill/>
                    </a:lnT>
                    <a:lnB>
                      <a:noFill/>
                    </a:lnB>
                    <a:noFill/>
                  </a:tcPr>
                </a:tc>
                <a:tc>
                  <a:txBody>
                    <a:bodyPr/>
                    <a:lstStyle/>
                    <a:p>
                      <a:pPr algn="ctr">
                        <a:buNone/>
                      </a:pPr>
                      <a:r>
                        <a:rPr lang="en-US" sz="1600" b="0" i="0">
                          <a:solidFill>
                            <a:srgbClr val="FF0000"/>
                          </a:solidFill>
                          <a:effectLst/>
                          <a:latin typeface="Aptos Display"/>
                        </a:rPr>
                        <a:t>PM duties</a:t>
                      </a:r>
                    </a:p>
                  </a:txBody>
                  <a:tcPr marL="0" marR="0" marT="0" marB="0" anchor="ctr">
                    <a:lnL>
                      <a:noFill/>
                    </a:lnL>
                    <a:lnR>
                      <a:noFill/>
                    </a:lnR>
                    <a:lnT>
                      <a:noFill/>
                    </a:lnT>
                    <a:lnB>
                      <a:noFill/>
                    </a:lnB>
                    <a:noFill/>
                  </a:tcPr>
                </a:tc>
                <a:extLst>
                  <a:ext uri="{0D108BD9-81ED-4DB2-BD59-A6C34878D82A}">
                    <a16:rowId xmlns:a16="http://schemas.microsoft.com/office/drawing/2014/main" val="2612960809"/>
                  </a:ext>
                </a:extLst>
              </a:tr>
            </a:tbl>
          </a:graphicData>
        </a:graphic>
      </p:graphicFrame>
    </p:spTree>
    <p:extLst>
      <p:ext uri="{BB962C8B-B14F-4D97-AF65-F5344CB8AC3E}">
        <p14:creationId xmlns:p14="http://schemas.microsoft.com/office/powerpoint/2010/main" val="21157109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6F833F-595D-88EC-5DC8-7EB15E6C38A8}"/>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F7526B6C-6C37-4196-8722-AF44D4BB6E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3">
            <a:extLst>
              <a:ext uri="{FF2B5EF4-FFF2-40B4-BE49-F238E27FC236}">
                <a16:creationId xmlns:a16="http://schemas.microsoft.com/office/drawing/2014/main" id="{6E232401-D95E-1BDD-96FB-464810A06A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6745" y="640080"/>
            <a:ext cx="10920415" cy="5577818"/>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7ABBB0D-CD11-1F3C-67FF-78ACEF2A5A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8024" y="960109"/>
            <a:ext cx="10277856" cy="49377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372CC67F-34CF-3314-0133-D60BDFC582D0}"/>
              </a:ext>
            </a:extLst>
          </p:cNvPr>
          <p:cNvSpPr>
            <a:spLocks noGrp="1"/>
          </p:cNvSpPr>
          <p:nvPr>
            <p:ph type="title"/>
          </p:nvPr>
        </p:nvSpPr>
        <p:spPr>
          <a:xfrm>
            <a:off x="1293283" y="1095375"/>
            <a:ext cx="10515600" cy="1325563"/>
          </a:xfrm>
        </p:spPr>
        <p:txBody>
          <a:bodyPr/>
          <a:lstStyle/>
          <a:p>
            <a:r>
              <a:rPr lang="en-AU"/>
              <a:t>Timeline &amp; Next Steps</a:t>
            </a:r>
          </a:p>
        </p:txBody>
      </p:sp>
      <p:sp>
        <p:nvSpPr>
          <p:cNvPr id="5" name="Rectangle: Rounded Corners 4">
            <a:extLst>
              <a:ext uri="{FF2B5EF4-FFF2-40B4-BE49-F238E27FC236}">
                <a16:creationId xmlns:a16="http://schemas.microsoft.com/office/drawing/2014/main" id="{F1ECAF04-EFF6-9E1D-F1F4-928AB46535EC}"/>
              </a:ext>
            </a:extLst>
          </p:cNvPr>
          <p:cNvSpPr/>
          <p:nvPr/>
        </p:nvSpPr>
        <p:spPr>
          <a:xfrm>
            <a:off x="1288926" y="2420938"/>
            <a:ext cx="2770094" cy="3233924"/>
          </a:xfrm>
          <a:prstGeom prst="roundRect">
            <a:avLst/>
          </a:prstGeom>
          <a:solidFill>
            <a:schemeClr val="accent5">
              <a:lumMod val="20000"/>
              <a:lumOff val="80000"/>
            </a:schemeClr>
          </a:solidFill>
          <a:ln>
            <a:solidFill>
              <a:schemeClr val="accent5"/>
            </a:solidFill>
          </a:ln>
        </p:spPr>
        <p:style>
          <a:lnRef idx="2">
            <a:schemeClr val="accent6"/>
          </a:lnRef>
          <a:fillRef idx="1">
            <a:schemeClr val="lt1"/>
          </a:fillRef>
          <a:effectRef idx="0">
            <a:schemeClr val="accent6"/>
          </a:effectRef>
          <a:fontRef idx="minor">
            <a:schemeClr val="dk1"/>
          </a:fontRef>
        </p:style>
        <p:txBody>
          <a:bodyPr lIns="91440" tIns="45720" rIns="91440" bIns="45720" rtlCol="0" anchor="ctr"/>
          <a:lstStyle/>
          <a:p>
            <a:pPr algn="ctr"/>
            <a:r>
              <a:rPr lang="en-AU" b="1"/>
              <a:t>Sprint 1:</a:t>
            </a:r>
            <a:endParaRPr lang="en-US"/>
          </a:p>
          <a:p>
            <a:pPr algn="ctr"/>
            <a:endParaRPr lang="en-AU" b="1"/>
          </a:p>
          <a:p>
            <a:pPr algn="ctr"/>
            <a:r>
              <a:rPr lang="en-AU"/>
              <a:t>Discover</a:t>
            </a:r>
            <a:endParaRPr lang="en-US"/>
          </a:p>
        </p:txBody>
      </p:sp>
      <p:sp>
        <p:nvSpPr>
          <p:cNvPr id="9" name="Rectangle: Rounded Corners 8">
            <a:extLst>
              <a:ext uri="{FF2B5EF4-FFF2-40B4-BE49-F238E27FC236}">
                <a16:creationId xmlns:a16="http://schemas.microsoft.com/office/drawing/2014/main" id="{AFE14461-FCF1-F0BC-5A46-BFDA79E7AAD9}"/>
              </a:ext>
            </a:extLst>
          </p:cNvPr>
          <p:cNvSpPr/>
          <p:nvPr/>
        </p:nvSpPr>
        <p:spPr>
          <a:xfrm>
            <a:off x="4721537" y="2420938"/>
            <a:ext cx="2770094" cy="3233924"/>
          </a:xfrm>
          <a:prstGeom prst="roundRect">
            <a:avLst/>
          </a:prstGeom>
          <a:solidFill>
            <a:schemeClr val="accent1">
              <a:lumMod val="20000"/>
              <a:lumOff val="80000"/>
            </a:schemeClr>
          </a:solidFill>
          <a:ln>
            <a:solidFill>
              <a:schemeClr val="accent1"/>
            </a:solidFill>
          </a:ln>
        </p:spPr>
        <p:style>
          <a:lnRef idx="2">
            <a:schemeClr val="accent6"/>
          </a:lnRef>
          <a:fillRef idx="1">
            <a:schemeClr val="lt1"/>
          </a:fillRef>
          <a:effectRef idx="0">
            <a:schemeClr val="accent6"/>
          </a:effectRef>
          <a:fontRef idx="minor">
            <a:schemeClr val="dk1"/>
          </a:fontRef>
        </p:style>
        <p:txBody>
          <a:bodyPr lIns="91440" tIns="45720" rIns="91440" bIns="45720" rtlCol="0" anchor="ctr"/>
          <a:lstStyle/>
          <a:p>
            <a:pPr algn="ctr"/>
            <a:r>
              <a:rPr lang="en-AU" b="1"/>
              <a:t>Sprint 2:</a:t>
            </a:r>
            <a:endParaRPr lang="en-US"/>
          </a:p>
          <a:p>
            <a:pPr algn="ctr"/>
            <a:endParaRPr lang="en-AU" b="1"/>
          </a:p>
          <a:p>
            <a:pPr algn="ctr"/>
            <a:r>
              <a:rPr lang="en-AU"/>
              <a:t>Prototype</a:t>
            </a:r>
            <a:endParaRPr lang="en-US"/>
          </a:p>
        </p:txBody>
      </p:sp>
      <p:sp>
        <p:nvSpPr>
          <p:cNvPr id="12" name="Rectangle: Rounded Corners 11">
            <a:extLst>
              <a:ext uri="{FF2B5EF4-FFF2-40B4-BE49-F238E27FC236}">
                <a16:creationId xmlns:a16="http://schemas.microsoft.com/office/drawing/2014/main" id="{98F8A381-8C9E-4C75-509F-84F436085BF6}"/>
              </a:ext>
            </a:extLst>
          </p:cNvPr>
          <p:cNvSpPr/>
          <p:nvPr/>
        </p:nvSpPr>
        <p:spPr>
          <a:xfrm>
            <a:off x="8146189" y="2426029"/>
            <a:ext cx="2770094" cy="3233924"/>
          </a:xfrm>
          <a:prstGeom prst="roundRect">
            <a:avLst/>
          </a:prstGeom>
          <a:solidFill>
            <a:schemeClr val="accent2">
              <a:lumMod val="20000"/>
              <a:lumOff val="80000"/>
            </a:schemeClr>
          </a:solidFill>
          <a:ln>
            <a:solidFill>
              <a:schemeClr val="accent2"/>
            </a:solidFill>
          </a:ln>
        </p:spPr>
        <p:style>
          <a:lnRef idx="2">
            <a:schemeClr val="accent6"/>
          </a:lnRef>
          <a:fillRef idx="1">
            <a:schemeClr val="lt1"/>
          </a:fillRef>
          <a:effectRef idx="0">
            <a:schemeClr val="accent6"/>
          </a:effectRef>
          <a:fontRef idx="minor">
            <a:schemeClr val="dk1"/>
          </a:fontRef>
        </p:style>
        <p:txBody>
          <a:bodyPr lIns="91440" tIns="45720" rIns="91440" bIns="45720" rtlCol="0" anchor="ctr"/>
          <a:lstStyle/>
          <a:p>
            <a:pPr algn="ctr"/>
            <a:r>
              <a:rPr lang="en-AU" b="1"/>
              <a:t>Sprint 3:</a:t>
            </a:r>
            <a:endParaRPr lang="en-US"/>
          </a:p>
          <a:p>
            <a:pPr algn="ctr"/>
            <a:endParaRPr lang="en-AU" b="1"/>
          </a:p>
          <a:p>
            <a:pPr algn="ctr"/>
            <a:r>
              <a:rPr lang="en-AU"/>
              <a:t>Deliver</a:t>
            </a:r>
          </a:p>
        </p:txBody>
      </p:sp>
    </p:spTree>
    <p:extLst>
      <p:ext uri="{BB962C8B-B14F-4D97-AF65-F5344CB8AC3E}">
        <p14:creationId xmlns:p14="http://schemas.microsoft.com/office/powerpoint/2010/main" val="1679538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1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5C649A-5EEA-631A-B69C-734D85525ACB}"/>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E8EABC9D-1B9A-2416-7552-EDE0236AAD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3">
            <a:extLst>
              <a:ext uri="{FF2B5EF4-FFF2-40B4-BE49-F238E27FC236}">
                <a16:creationId xmlns:a16="http://schemas.microsoft.com/office/drawing/2014/main" id="{816A7941-EFE8-B046-64A3-DE39685D91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6745" y="640080"/>
            <a:ext cx="10920415" cy="5577818"/>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9B4B1D9-7B67-EAF8-3E65-80E4F95252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8024" y="960109"/>
            <a:ext cx="10277856" cy="49377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6620BD46-433F-0A9A-F627-0CEEBC6B78D9}"/>
              </a:ext>
            </a:extLst>
          </p:cNvPr>
          <p:cNvSpPr>
            <a:spLocks noGrp="1"/>
          </p:cNvSpPr>
          <p:nvPr>
            <p:ph type="title"/>
          </p:nvPr>
        </p:nvSpPr>
        <p:spPr>
          <a:xfrm>
            <a:off x="3949700" y="2756958"/>
            <a:ext cx="4282016" cy="1325563"/>
          </a:xfrm>
        </p:spPr>
        <p:txBody>
          <a:bodyPr/>
          <a:lstStyle/>
          <a:p>
            <a:r>
              <a:rPr lang="en-AU"/>
              <a:t>Individual Reports</a:t>
            </a:r>
          </a:p>
        </p:txBody>
      </p:sp>
    </p:spTree>
    <p:extLst>
      <p:ext uri="{BB962C8B-B14F-4D97-AF65-F5344CB8AC3E}">
        <p14:creationId xmlns:p14="http://schemas.microsoft.com/office/powerpoint/2010/main" val="22732521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26c2b24a-a057-4aca-9b64-9bcaa58ad00d">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96DE152E2C6A8C42B049878071E35BFA" ma:contentTypeVersion="9" ma:contentTypeDescription="Create a new document." ma:contentTypeScope="" ma:versionID="713f0854cf1e58c82a4887ddca6eba92">
  <xsd:schema xmlns:xsd="http://www.w3.org/2001/XMLSchema" xmlns:xs="http://www.w3.org/2001/XMLSchema" xmlns:p="http://schemas.microsoft.com/office/2006/metadata/properties" xmlns:ns2="26c2b24a-a057-4aca-9b64-9bcaa58ad00d" targetNamespace="http://schemas.microsoft.com/office/2006/metadata/properties" ma:root="true" ma:fieldsID="9d501b17dd98fa26d22a274c832d2ccb" ns2:_="">
    <xsd:import namespace="26c2b24a-a057-4aca-9b64-9bcaa58ad00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6c2b24a-a057-4aca-9b64-9bcaa58ad00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c921d02d-b337-4ce5-bd1c-22d9132a6b17" ma:termSetId="09814cd3-568e-fe90-9814-8d621ff8fb84" ma:anchorId="fba54fb3-c3e1-fe81-a776-ca4b69148c4d" ma:open="true" ma:isKeyword="false">
      <xsd:complexType>
        <xsd:sequence>
          <xsd:element ref="pc:Terms" minOccurs="0" maxOccurs="1"/>
        </xsd:sequence>
      </xsd:complex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268CC75-E3D1-4DE3-A234-3E5311410B30}">
  <ds:schemaRefs>
    <ds:schemaRef ds:uri="26c2b24a-a057-4aca-9b64-9bcaa58ad00d"/>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ECE7448B-0D48-4ED2-96EC-64CA889A6070}">
  <ds:schemaRefs>
    <ds:schemaRef ds:uri="26c2b24a-a057-4aca-9b64-9bcaa58ad00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7F91E37F-AAD0-433F-806C-62D8E78157B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10</Slides>
  <Notes>9</Notes>
  <HiddenSlides>0</HiddenSlide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Sprint 1 Playback</vt:lpstr>
      <vt:lpstr>Project Overview</vt:lpstr>
      <vt:lpstr>Original Plan</vt:lpstr>
      <vt:lpstr>Actual Achievements</vt:lpstr>
      <vt:lpstr>Actual Achievements User Personas</vt:lpstr>
      <vt:lpstr>Why It Matters</vt:lpstr>
      <vt:lpstr>Blockers &amp; Open Questions</vt:lpstr>
      <vt:lpstr>Task Allocation &amp; Time Spent</vt:lpstr>
      <vt:lpstr>Timeline &amp; Next Steps</vt:lpstr>
      <vt:lpstr>Individual Reports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Gabriel Halvarsson</dc:creator>
  <cp:revision>2</cp:revision>
  <dcterms:created xsi:type="dcterms:W3CDTF">2026-09-10T12:53:46Z</dcterms:created>
  <dcterms:modified xsi:type="dcterms:W3CDTF">2026-09-12T12:57:42Z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0x01010096DE152E2C6A8C42B049878071E35BFA</vt:lpwstr>
  </property>
  <property fmtid="{D5CDD505-2E9C-101B-9397-08002B2CF9AE}" pid="3" name="MediaServiceImageTags">
    <vt:lpwstr/>
  </property>
</Properties>
</file>